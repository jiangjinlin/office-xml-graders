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2" y="-54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2021/12/6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2021/12/6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2021/12/6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2021/12/6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元宇宙</a:t>
            </a:r>
          </a:p>
        </p:txBody>
      </p:sp>
    </p:spTree>
    <p:extLst>
      <p:ext uri="{BB962C8B-B14F-4D97-AF65-F5344CB8AC3E}">
        <p14:creationId xmlns:p14="http://schemas.microsoft.com/office/powerpoint/2010/main" val="3662048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lnSpcReduction="20000"/>
          </a:bodyPr>
          <a:lstStyle/>
          <a:p>
            <a:r>
              <a:rPr lang="en-US" altLang="zh-CN" dirty="0" err="1"/>
              <a:t>Roblox</a:t>
            </a:r>
            <a:r>
              <a:rPr lang="zh-CN" altLang="en-US" dirty="0"/>
              <a:t>给出的元宇宙包含八大要素：身份、朋友、沉浸感、低延迟、多元化、随时随地、经济系统和文明。要素众多，每个要素背后，还有一连串的解释。总之，一句话说不清楚，这也恰恰说明这一概念的模糊性。</a:t>
            </a:r>
            <a:r>
              <a:rPr lang="zh-CN" altLang="en-US" baseline="30000" dirty="0"/>
              <a:t> </a:t>
            </a:r>
            <a:r>
              <a:rPr lang="en-US" altLang="zh-CN" baseline="30000" dirty="0"/>
              <a:t>[1]</a:t>
            </a:r>
            <a:r>
              <a:rPr lang="zh-CN" altLang="en-US" dirty="0"/>
              <a:t> </a:t>
            </a:r>
          </a:p>
          <a:p>
            <a:r>
              <a:rPr lang="zh-CN" altLang="en-US" dirty="0"/>
              <a:t>在元宇宙特征与属性的</a:t>
            </a:r>
            <a:r>
              <a:rPr lang="en-US" altLang="zh-CN" dirty="0"/>
              <a:t>START</a:t>
            </a:r>
            <a:r>
              <a:rPr lang="zh-CN" altLang="en-US" dirty="0"/>
              <a:t>图谱中，北京大学陈刚教授与董浩宇博士梳理并系统界定了元宇宙的五大特征与属性，即：社会与空间属性</a:t>
            </a:r>
            <a:r>
              <a:rPr lang="en-US" altLang="zh-CN" dirty="0"/>
              <a:t>(Social &amp; Space)</a:t>
            </a:r>
            <a:r>
              <a:rPr lang="zh-CN" altLang="en-US" dirty="0"/>
              <a:t>、科技赋能的超越延伸（</a:t>
            </a:r>
            <a:r>
              <a:rPr lang="en-US" altLang="zh-CN" dirty="0"/>
              <a:t>Technology Tension</a:t>
            </a:r>
            <a:r>
              <a:rPr lang="zh-CN" altLang="en-US" dirty="0"/>
              <a:t>）、人、机与人工智能共创（</a:t>
            </a:r>
            <a:r>
              <a:rPr lang="en-US" altLang="zh-CN" dirty="0" err="1"/>
              <a:t>ArtifIcal</a:t>
            </a:r>
            <a:r>
              <a:rPr lang="en-US" altLang="zh-CN" dirty="0"/>
              <a:t>, Machine &amp; AI</a:t>
            </a:r>
            <a:r>
              <a:rPr lang="zh-CN" altLang="en-US" dirty="0"/>
              <a:t>）、真实感与现实映射性（</a:t>
            </a:r>
            <a:r>
              <a:rPr lang="en-US" altLang="zh-CN" dirty="0"/>
              <a:t>Reality &amp; Reflection</a:t>
            </a:r>
            <a:r>
              <a:rPr lang="zh-CN" altLang="en-US" dirty="0"/>
              <a:t>）、交易与流通（</a:t>
            </a:r>
            <a:r>
              <a:rPr lang="en-US" altLang="zh-CN" dirty="0"/>
              <a:t>Trade &amp; Transaction</a:t>
            </a:r>
            <a:r>
              <a:rPr lang="zh-CN" altLang="en-US"/>
              <a:t>）。</a:t>
            </a:r>
          </a:p>
          <a:p>
            <a:endParaRPr lang="zh-CN" altLang="en-US"/>
          </a:p>
        </p:txBody>
      </p:sp>
    </p:spTree>
    <p:extLst>
      <p:ext uri="{BB962C8B-B14F-4D97-AF65-F5344CB8AC3E}">
        <p14:creationId xmlns:p14="http://schemas.microsoft.com/office/powerpoint/2010/main" val="113996906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60</Words>
  <Application>Microsoft Office PowerPoint</Application>
  <PresentationFormat>全屏显示(4:3)</PresentationFormat>
  <Paragraphs>3</Paragraphs>
  <Slides>2</Slides>
  <Notes>0</Notes>
  <HiddenSlides>0</HiddenSlides>
  <MMClips>0</MMClips>
  <ScaleCrop>false</ScaleCrop>
  <HeadingPairs>
    <vt:vector size="4" baseType="variant">
      <vt:variant>
        <vt:lpstr>主题</vt:lpstr>
      </vt:variant>
      <vt:variant>
        <vt:i4>1</vt:i4>
      </vt:variant>
      <vt:variant>
        <vt:lpstr>幻灯片标题</vt:lpstr>
      </vt:variant>
      <vt:variant>
        <vt:i4>2</vt:i4>
      </vt:variant>
    </vt:vector>
  </HeadingPairs>
  <TitlesOfParts>
    <vt:vector size="3" baseType="lpstr">
      <vt:lpstr>Office 主题</vt:lpstr>
      <vt:lpstr>元宇宙</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元宇宙</dc:title>
  <dc:creator>Administrator</dc:creator>
  <cp:lastModifiedBy>Administrator</cp:lastModifiedBy>
  <cp:revision>1</cp:revision>
  <dcterms:created xsi:type="dcterms:W3CDTF">2021-12-06T01:09:06Z</dcterms:created>
  <dcterms:modified xsi:type="dcterms:W3CDTF">2021-12-06T01:41:24Z</dcterms:modified>
</cp:coreProperties>
</file>
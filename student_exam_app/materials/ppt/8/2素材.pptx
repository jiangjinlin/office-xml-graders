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02" y="-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1129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前童古镇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前童古镇始建于南宋末年，童潢在担任迪功郎职务时到此游历时，突然发现了这块难得一遇的风水宝地，因此就率领家人由台州的黄岩搬到此地定居，由于所处位置刚好在慧明寺前面，所以就取了前童的名字。近几年前童古镇凭借其独特的明清时期古建筑，以及奇特样式的民居而名气远扬。白溪水缘在村子里流经每户人家，所以来到这里的游客，可以看见户户铺有卵石小径，家家有连水小桥。</a:t>
            </a:r>
          </a:p>
        </p:txBody>
      </p:sp>
    </p:spTree>
    <p:extLst>
      <p:ext uri="{BB962C8B-B14F-4D97-AF65-F5344CB8AC3E}">
        <p14:creationId xmlns:p14="http://schemas.microsoft.com/office/powerpoint/2010/main" val="1469337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前童古镇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古祠堂、古民宅再加上古书院各具特色，牌坊、老街跟亭台一应俱全，除此之外还可以前往梁皇山、千古名木以及神奇药泉一游，正是这些景点的陪衬，使得前童古镇一时间增添了无限魅力。所以很多来到前童古镇的游客都觉得，这里是一幅活色生乡、古韵十足的乡村画卷，置身其中，让人的思绪浮想联翩。</a:t>
            </a:r>
          </a:p>
        </p:txBody>
      </p:sp>
    </p:spTree>
    <p:extLst>
      <p:ext uri="{BB962C8B-B14F-4D97-AF65-F5344CB8AC3E}">
        <p14:creationId xmlns:p14="http://schemas.microsoft.com/office/powerpoint/2010/main" val="1307282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前童古镇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跟鹿山紧紧相邻的则是塔山，随着时间的推移，古塔已没了踪影，前童古镇正是被这两座海拔不是很高的大山包围着。前童的卵石小径更是让人心生向往，路边就是碧水常流，童姓祖先在这片热土上，根据八卦原理，更是把白溪水引入村内，每户人家都能便捷的在溪水中洗衣、洗菜。</a:t>
            </a:r>
          </a:p>
        </p:txBody>
      </p:sp>
    </p:spTree>
    <p:extLst>
      <p:ext uri="{BB962C8B-B14F-4D97-AF65-F5344CB8AC3E}">
        <p14:creationId xmlns:p14="http://schemas.microsoft.com/office/powerpoint/2010/main" val="2734471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311</Words>
  <Application>Microsoft Office PowerPoint</Application>
  <PresentationFormat>全屏显示(4:3)</PresentationFormat>
  <Paragraphs>6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Office 主题</vt:lpstr>
      <vt:lpstr>PowerPoint 演示文稿</vt:lpstr>
      <vt:lpstr>前童古镇</vt:lpstr>
      <vt:lpstr>前童古镇</vt:lpstr>
      <vt:lpstr>前童古镇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3</cp:revision>
  <dcterms:created xsi:type="dcterms:W3CDTF">2021-12-06T07:14:51Z</dcterms:created>
  <dcterms:modified xsi:type="dcterms:W3CDTF">2021-12-16T03:04:04Z</dcterms:modified>
</cp:coreProperties>
</file>
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5"/>
  </p:notesMasterIdLst>
  <p:sldIdLst>
    <p:sldId id="256" r:id="rId2"/>
    <p:sldId id="257" r:id="rId3"/>
    <p:sldId id="258" r:id="rId4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79" d="100"/>
          <a:sy n="79" d="100"/>
        </p:scale>
        <p:origin x="-78" y="-7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EF7854E-7752-47C4-A9F4-27B2265A506A}" type="datetimeFigureOut">
              <a:rPr lang="zh-CN" altLang="en-US" smtClean="0"/>
              <a:t>2021/12/15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C3E8EF3-CD5A-429C-8050-650AF6C9B4C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232380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日期占位符 2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AD05E8FD-F673-4294-B0F6-00F2F4B613C0}" type="datetime1">
              <a:rPr lang="zh-CN" altLang="en-US" smtClean="0"/>
              <a:t>2021/12/15</a:t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r>
              <a:rPr lang="zh-CN" altLang="en-US" smtClean="0"/>
              <a:t>太空植物</a:t>
            </a:r>
            <a:endParaRPr lang="zh-CN" altLang="en-US"/>
          </a:p>
        </p:txBody>
      </p:sp>
      <p:sp>
        <p:nvSpPr>
          <p:cNvPr id="29" name="灯片编号占位符 2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32" name="矩形 31"/>
          <p:cNvSpPr/>
          <p:nvPr/>
        </p:nvSpPr>
        <p:spPr>
          <a:xfrm>
            <a:off x="0" y="-1"/>
            <a:ext cx="365760" cy="6854456"/>
          </a:xfrm>
          <a:prstGeom prst="rect">
            <a:avLst/>
          </a:prstGeom>
          <a:solidFill>
            <a:srgbClr val="FFFFFF">
              <a:alpha val="100000"/>
            </a:srgb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39" name="矩形 38"/>
          <p:cNvSpPr/>
          <p:nvPr/>
        </p:nvSpPr>
        <p:spPr>
          <a:xfrm>
            <a:off x="309558" y="680477"/>
            <a:ext cx="45720" cy="365760"/>
          </a:xfrm>
          <a:prstGeom prst="rect">
            <a:avLst/>
          </a:prstGeom>
          <a:solidFill>
            <a:srgbClr val="000000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40" name="矩形 39"/>
          <p:cNvSpPr/>
          <p:nvPr/>
        </p:nvSpPr>
        <p:spPr>
          <a:xfrm>
            <a:off x="269073" y="680477"/>
            <a:ext cx="27432" cy="365760"/>
          </a:xfrm>
          <a:prstGeom prst="rect">
            <a:avLst/>
          </a:prstGeom>
          <a:solidFill>
            <a:srgbClr val="000000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41" name="矩形 40"/>
          <p:cNvSpPr/>
          <p:nvPr/>
        </p:nvSpPr>
        <p:spPr>
          <a:xfrm>
            <a:off x="250020" y="680477"/>
            <a:ext cx="9144" cy="365760"/>
          </a:xfrm>
          <a:prstGeom prst="rect">
            <a:avLst/>
          </a:prstGeom>
          <a:solidFill>
            <a:srgbClr val="000000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42" name="矩形 41"/>
          <p:cNvSpPr/>
          <p:nvPr/>
        </p:nvSpPr>
        <p:spPr>
          <a:xfrm>
            <a:off x="221768" y="680477"/>
            <a:ext cx="9144" cy="365760"/>
          </a:xfrm>
          <a:prstGeom prst="rect">
            <a:avLst/>
          </a:prstGeom>
          <a:solidFill>
            <a:srgbClr val="000000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8" name="标题 7"/>
          <p:cNvSpPr>
            <a:spLocks noGrp="1"/>
          </p:cNvSpPr>
          <p:nvPr>
            <p:ph type="ctrTitle"/>
          </p:nvPr>
        </p:nvSpPr>
        <p:spPr>
          <a:xfrm>
            <a:off x="914400" y="4343400"/>
            <a:ext cx="7772400" cy="1975104"/>
          </a:xfrm>
        </p:spPr>
        <p:txBody>
          <a:bodyPr/>
          <a:lstStyle>
            <a:lvl1pPr marR="9144" algn="l">
              <a:defRPr sz="4000" b="1" cap="all" spc="0" baseline="0">
                <a:effectLst>
                  <a:reflection blurRad="12700" stA="34000" endA="740" endPos="53000" dir="5400000" sy="-100000" algn="bl" rotWithShape="0"/>
                </a:effectLst>
              </a:defRPr>
            </a:lvl1pPr>
            <a:extLst/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9" name="副标题 8"/>
          <p:cNvSpPr>
            <a:spLocks noGrp="1"/>
          </p:cNvSpPr>
          <p:nvPr>
            <p:ph type="subTitle" idx="1"/>
          </p:nvPr>
        </p:nvSpPr>
        <p:spPr>
          <a:xfrm>
            <a:off x="914400" y="2834640"/>
            <a:ext cx="7772400" cy="1508760"/>
          </a:xfrm>
        </p:spPr>
        <p:txBody>
          <a:bodyPr lIns="100584" tIns="45720" anchor="b"/>
          <a:lstStyle>
            <a:lvl1pPr marL="0" indent="0" algn="l">
              <a:spcBef>
                <a:spcPts val="0"/>
              </a:spcBef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zh-CN" altLang="en-US" smtClean="0"/>
              <a:t>单击此处编辑母版副标题样式</a:t>
            </a:r>
            <a:endParaRPr kumimoji="0" lang="en-US"/>
          </a:p>
        </p:txBody>
      </p:sp>
      <p:sp>
        <p:nvSpPr>
          <p:cNvPr id="56" name="矩形 55"/>
          <p:cNvSpPr/>
          <p:nvPr/>
        </p:nvSpPr>
        <p:spPr>
          <a:xfrm>
            <a:off x="255291" y="5047394"/>
            <a:ext cx="73152" cy="169164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65" name="矩形 64"/>
          <p:cNvSpPr/>
          <p:nvPr/>
        </p:nvSpPr>
        <p:spPr>
          <a:xfrm>
            <a:off x="255291" y="4796819"/>
            <a:ext cx="73152" cy="228600"/>
          </a:xfrm>
          <a:prstGeom prst="rect">
            <a:avLst/>
          </a:prstGeom>
          <a:solidFill>
            <a:schemeClr val="accent3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66" name="矩形 65"/>
          <p:cNvSpPr/>
          <p:nvPr/>
        </p:nvSpPr>
        <p:spPr>
          <a:xfrm>
            <a:off x="255291" y="4637685"/>
            <a:ext cx="73152" cy="137160"/>
          </a:xfrm>
          <a:prstGeom prst="rect">
            <a:avLst/>
          </a:prstGeom>
          <a:solidFill>
            <a:schemeClr val="bg2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67" name="矩形 66"/>
          <p:cNvSpPr/>
          <p:nvPr/>
        </p:nvSpPr>
        <p:spPr>
          <a:xfrm>
            <a:off x="255291" y="4542559"/>
            <a:ext cx="73152" cy="7315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:dissolve/>
      </p:transition>
    </mc:Choice>
    <mc:Fallback>
      <p:transition spd="slow">
        <p:dissolv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>
            <a:extLst/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E2DC689-1FE7-43FF-8818-F718A9B6A051}" type="datetime1">
              <a:rPr lang="zh-CN" altLang="en-US" smtClean="0"/>
              <a:t>2021/12/15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r>
              <a:rPr lang="zh-CN" altLang="en-US" smtClean="0"/>
              <a:t>太空植物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:dissolve/>
      </p:transition>
    </mc:Choice>
    <mc:Fallback>
      <p:transition spd="slow">
        <p:dissolv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任意多边形 13"/>
          <p:cNvSpPr>
            <a:spLocks/>
          </p:cNvSpPr>
          <p:nvPr/>
        </p:nvSpPr>
        <p:spPr bwMode="auto">
          <a:xfrm>
            <a:off x="4828952" y="1073888"/>
            <a:ext cx="4322136" cy="57912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3648"/>
              </a:cxn>
              <a:cxn ang="0">
                <a:pos x="720" y="2016"/>
              </a:cxn>
              <a:cxn ang="0">
                <a:pos x="2736" y="0"/>
              </a:cxn>
              <a:cxn ang="0">
                <a:pos x="2736" y="96"/>
              </a:cxn>
              <a:cxn ang="0">
                <a:pos x="744" y="2038"/>
              </a:cxn>
              <a:cxn ang="0">
                <a:pos x="48" y="3648"/>
              </a:cxn>
              <a:cxn ang="0">
                <a:pos x="0" y="3648"/>
              </a:cxn>
            </a:cxnLst>
            <a:rect l="0" t="0" r="0" b="0"/>
            <a:pathLst>
              <a:path w="2736" h="3648">
                <a:moveTo>
                  <a:pt x="0" y="3648"/>
                </a:moveTo>
                <a:lnTo>
                  <a:pt x="720" y="2016"/>
                </a:lnTo>
                <a:lnTo>
                  <a:pt x="2736" y="672"/>
                </a:lnTo>
                <a:lnTo>
                  <a:pt x="2736" y="720"/>
                </a:lnTo>
                <a:lnTo>
                  <a:pt x="744" y="2038"/>
                </a:lnTo>
                <a:lnTo>
                  <a:pt x="48" y="3648"/>
                </a:lnTo>
                <a:lnTo>
                  <a:pt x="48" y="3648"/>
                </a:lnTo>
                <a:close/>
              </a:path>
            </a:pathLst>
          </a:custGeom>
          <a:noFill/>
          <a:ln w="3175" cap="flat" cmpd="sng" algn="ctr">
            <a:solidFill>
              <a:schemeClr val="accent2">
                <a:alpha val="5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5" name="任意多边形 14"/>
          <p:cNvSpPr>
            <a:spLocks/>
          </p:cNvSpPr>
          <p:nvPr/>
        </p:nvSpPr>
        <p:spPr bwMode="auto">
          <a:xfrm>
            <a:off x="373966" y="0"/>
            <a:ext cx="5514536" cy="6615332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4080"/>
              </a:cxn>
              <a:cxn ang="0">
                <a:pos x="0" y="4128"/>
              </a:cxn>
              <a:cxn ang="0">
                <a:pos x="3504" y="2640"/>
              </a:cxn>
              <a:cxn ang="0">
                <a:pos x="2880" y="0"/>
              </a:cxn>
              <a:cxn ang="0">
                <a:pos x="2832" y="0"/>
              </a:cxn>
              <a:cxn ang="0">
                <a:pos x="3465" y="2619"/>
              </a:cxn>
              <a:cxn ang="0">
                <a:pos x="0" y="4080"/>
              </a:cxn>
            </a:cxnLst>
            <a:rect l="0" t="0" r="0" b="0"/>
            <a:pathLst>
              <a:path w="3504" h="4128">
                <a:moveTo>
                  <a:pt x="0" y="4080"/>
                </a:moveTo>
                <a:lnTo>
                  <a:pt x="0" y="4128"/>
                </a:lnTo>
                <a:lnTo>
                  <a:pt x="3504" y="2640"/>
                </a:lnTo>
                <a:lnTo>
                  <a:pt x="2880" y="0"/>
                </a:lnTo>
                <a:lnTo>
                  <a:pt x="2832" y="0"/>
                </a:lnTo>
                <a:lnTo>
                  <a:pt x="3465" y="2619"/>
                </a:lnTo>
                <a:lnTo>
                  <a:pt x="0" y="4080"/>
                </a:lnTo>
                <a:close/>
              </a:path>
            </a:pathLst>
          </a:custGeom>
          <a:noFill/>
          <a:ln w="3175" cap="flat" cmpd="sng" algn="ctr">
            <a:solidFill>
              <a:schemeClr val="accent2">
                <a:alpha val="5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3" name="任意多边形 12"/>
          <p:cNvSpPr>
            <a:spLocks/>
          </p:cNvSpPr>
          <p:nvPr/>
        </p:nvSpPr>
        <p:spPr bwMode="auto">
          <a:xfrm rot="5236414">
            <a:off x="4462128" y="1483600"/>
            <a:ext cx="4114800" cy="118872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3552" y="1344"/>
              </a:cxn>
              <a:cxn ang="0">
                <a:pos x="0" y="48"/>
              </a:cxn>
              <a:cxn ang="0">
                <a:pos x="0" y="0"/>
              </a:cxn>
            </a:cxnLst>
            <a:rect l="0" t="0" r="0" b="0"/>
            <a:pathLst>
              <a:path w="3552" h="1344">
                <a:moveTo>
                  <a:pt x="0" y="0"/>
                </a:moveTo>
                <a:lnTo>
                  <a:pt x="3552" y="1344"/>
                </a:lnTo>
                <a:lnTo>
                  <a:pt x="0" y="48"/>
                </a:lnTo>
                <a:lnTo>
                  <a:pt x="0" y="0"/>
                </a:lnTo>
                <a:close/>
              </a:path>
            </a:pathLst>
          </a:custGeom>
          <a:solidFill>
            <a:schemeClr val="bg2">
              <a:tint val="95000"/>
              <a:satMod val="18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6" name="任意多边形 15"/>
          <p:cNvSpPr>
            <a:spLocks/>
          </p:cNvSpPr>
          <p:nvPr/>
        </p:nvSpPr>
        <p:spPr bwMode="auto">
          <a:xfrm>
            <a:off x="5943600" y="0"/>
            <a:ext cx="2743200" cy="42672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1104" y="0"/>
              </a:cxn>
              <a:cxn ang="0">
                <a:pos x="1728" y="0"/>
              </a:cxn>
              <a:cxn ang="0">
                <a:pos x="0" y="2688"/>
              </a:cxn>
              <a:cxn ang="0">
                <a:pos x="1104" y="0"/>
              </a:cxn>
            </a:cxnLst>
            <a:rect l="0" t="0" r="0" b="0"/>
            <a:pathLst>
              <a:path w="1728" h="2688">
                <a:moveTo>
                  <a:pt x="1104" y="0"/>
                </a:moveTo>
                <a:lnTo>
                  <a:pt x="1728" y="0"/>
                </a:lnTo>
                <a:lnTo>
                  <a:pt x="0" y="2688"/>
                </a:lnTo>
                <a:lnTo>
                  <a:pt x="1104" y="0"/>
                </a:lnTo>
                <a:close/>
              </a:path>
            </a:pathLst>
          </a:custGeom>
          <a:solidFill>
            <a:schemeClr val="bg2">
              <a:tint val="95000"/>
              <a:satMod val="20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7" name="任意多边形 16"/>
          <p:cNvSpPr>
            <a:spLocks/>
          </p:cNvSpPr>
          <p:nvPr/>
        </p:nvSpPr>
        <p:spPr bwMode="auto">
          <a:xfrm>
            <a:off x="5943600" y="4267200"/>
            <a:ext cx="3200400" cy="11430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2016" y="240"/>
              </a:cxn>
              <a:cxn ang="0">
                <a:pos x="2016" y="720"/>
              </a:cxn>
              <a:cxn ang="0">
                <a:pos x="0" y="0"/>
              </a:cxn>
            </a:cxnLst>
            <a:rect l="0" t="0" r="0" b="0"/>
            <a:pathLst>
              <a:path w="2016" h="720">
                <a:moveTo>
                  <a:pt x="0" y="0"/>
                </a:moveTo>
                <a:lnTo>
                  <a:pt x="2016" y="240"/>
                </a:lnTo>
                <a:lnTo>
                  <a:pt x="2016" y="720"/>
                </a:lnTo>
                <a:lnTo>
                  <a:pt x="0" y="0"/>
                </a:lnTo>
                <a:close/>
              </a:path>
            </a:pathLst>
          </a:custGeom>
          <a:solidFill>
            <a:schemeClr val="bg2">
              <a:tint val="95000"/>
              <a:satMod val="20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8" name="任意多边形 17"/>
          <p:cNvSpPr>
            <a:spLocks/>
          </p:cNvSpPr>
          <p:nvPr/>
        </p:nvSpPr>
        <p:spPr bwMode="auto">
          <a:xfrm>
            <a:off x="5943600" y="0"/>
            <a:ext cx="1371600" cy="42672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864" y="0"/>
              </a:cxn>
              <a:cxn ang="0">
                <a:pos x="0" y="2688"/>
              </a:cxn>
              <a:cxn ang="0">
                <a:pos x="768" y="0"/>
              </a:cxn>
              <a:cxn ang="0">
                <a:pos x="864" y="0"/>
              </a:cxn>
            </a:cxnLst>
            <a:rect l="0" t="0" r="0" b="0"/>
            <a:pathLst>
              <a:path w="864" h="2688">
                <a:moveTo>
                  <a:pt x="864" y="0"/>
                </a:moveTo>
                <a:lnTo>
                  <a:pt x="0" y="2688"/>
                </a:lnTo>
                <a:lnTo>
                  <a:pt x="768" y="0"/>
                </a:lnTo>
                <a:lnTo>
                  <a:pt x="864" y="0"/>
                </a:lnTo>
                <a:close/>
              </a:path>
            </a:pathLst>
          </a:custGeom>
          <a:solidFill>
            <a:schemeClr val="bg2">
              <a:tint val="95000"/>
              <a:satMod val="20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9" name="任意多边形 18"/>
          <p:cNvSpPr>
            <a:spLocks/>
          </p:cNvSpPr>
          <p:nvPr/>
        </p:nvSpPr>
        <p:spPr bwMode="auto">
          <a:xfrm>
            <a:off x="5948363" y="4246563"/>
            <a:ext cx="2090737" cy="2611437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1071" y="1645"/>
              </a:cxn>
              <a:cxn ang="0">
                <a:pos x="1317" y="1645"/>
              </a:cxn>
              <a:cxn ang="0">
                <a:pos x="0" y="0"/>
              </a:cxn>
              <a:cxn ang="0">
                <a:pos x="1071" y="1645"/>
              </a:cxn>
            </a:cxnLst>
            <a:rect l="0" t="0" r="0" b="0"/>
            <a:pathLst>
              <a:path w="1317" h="1645">
                <a:moveTo>
                  <a:pt x="1071" y="1645"/>
                </a:moveTo>
                <a:lnTo>
                  <a:pt x="1317" y="1645"/>
                </a:lnTo>
                <a:lnTo>
                  <a:pt x="0" y="0"/>
                </a:lnTo>
                <a:lnTo>
                  <a:pt x="1071" y="1645"/>
                </a:lnTo>
                <a:close/>
              </a:path>
            </a:pathLst>
          </a:custGeom>
          <a:solidFill>
            <a:schemeClr val="bg2">
              <a:tint val="95000"/>
              <a:satMod val="20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20" name="任意多边形 19"/>
          <p:cNvSpPr>
            <a:spLocks/>
          </p:cNvSpPr>
          <p:nvPr/>
        </p:nvSpPr>
        <p:spPr bwMode="auto">
          <a:xfrm>
            <a:off x="5943600" y="4267200"/>
            <a:ext cx="1600200" cy="25908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1008" y="1632"/>
              </a:cxn>
              <a:cxn ang="0">
                <a:pos x="0" y="0"/>
              </a:cxn>
              <a:cxn ang="0">
                <a:pos x="960" y="1632"/>
              </a:cxn>
              <a:cxn ang="0">
                <a:pos x="1008" y="1632"/>
              </a:cxn>
            </a:cxnLst>
            <a:rect l="0" t="0" r="0" b="0"/>
            <a:pathLst>
              <a:path w="1008" h="1632">
                <a:moveTo>
                  <a:pt x="1008" y="1632"/>
                </a:moveTo>
                <a:lnTo>
                  <a:pt x="0" y="0"/>
                </a:lnTo>
                <a:lnTo>
                  <a:pt x="960" y="1632"/>
                </a:lnTo>
                <a:lnTo>
                  <a:pt x="1008" y="1632"/>
                </a:lnTo>
                <a:close/>
              </a:path>
            </a:pathLst>
          </a:custGeom>
          <a:solidFill>
            <a:schemeClr val="bg2">
              <a:tint val="95000"/>
              <a:satMod val="20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21" name="任意多边形 20"/>
          <p:cNvSpPr>
            <a:spLocks/>
          </p:cNvSpPr>
          <p:nvPr/>
        </p:nvSpPr>
        <p:spPr bwMode="auto">
          <a:xfrm>
            <a:off x="5943600" y="1371600"/>
            <a:ext cx="3200400" cy="28956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2016" y="0"/>
              </a:cxn>
              <a:cxn ang="0">
                <a:pos x="2016" y="144"/>
              </a:cxn>
              <a:cxn ang="0">
                <a:pos x="0" y="1824"/>
              </a:cxn>
              <a:cxn ang="0">
                <a:pos x="2016" y="0"/>
              </a:cxn>
            </a:cxnLst>
            <a:rect l="0" t="0" r="0" b="0"/>
            <a:pathLst>
              <a:path w="2016" h="1824">
                <a:moveTo>
                  <a:pt x="2016" y="0"/>
                </a:moveTo>
                <a:lnTo>
                  <a:pt x="2016" y="144"/>
                </a:lnTo>
                <a:lnTo>
                  <a:pt x="0" y="1824"/>
                </a:lnTo>
                <a:lnTo>
                  <a:pt x="2016" y="0"/>
                </a:lnTo>
                <a:close/>
              </a:path>
            </a:pathLst>
          </a:custGeom>
          <a:solidFill>
            <a:schemeClr val="bg2">
              <a:tint val="95000"/>
              <a:satMod val="20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22" name="任意多边形 21"/>
          <p:cNvSpPr>
            <a:spLocks/>
          </p:cNvSpPr>
          <p:nvPr/>
        </p:nvSpPr>
        <p:spPr bwMode="auto">
          <a:xfrm>
            <a:off x="5943600" y="1752600"/>
            <a:ext cx="3200400" cy="25146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2016" y="0"/>
              </a:cxn>
              <a:cxn ang="0">
                <a:pos x="0" y="1584"/>
              </a:cxn>
              <a:cxn ang="0">
                <a:pos x="2016" y="48"/>
              </a:cxn>
              <a:cxn ang="0">
                <a:pos x="2016" y="0"/>
              </a:cxn>
            </a:cxnLst>
            <a:rect l="0" t="0" r="0" b="0"/>
            <a:pathLst>
              <a:path w="2016" h="1584">
                <a:moveTo>
                  <a:pt x="2016" y="0"/>
                </a:moveTo>
                <a:lnTo>
                  <a:pt x="0" y="1584"/>
                </a:lnTo>
                <a:lnTo>
                  <a:pt x="2016" y="48"/>
                </a:lnTo>
                <a:lnTo>
                  <a:pt x="2016" y="0"/>
                </a:lnTo>
                <a:close/>
              </a:path>
            </a:pathLst>
          </a:custGeom>
          <a:solidFill>
            <a:schemeClr val="bg2">
              <a:tint val="95000"/>
              <a:satMod val="20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23" name="任意多边形 22"/>
          <p:cNvSpPr>
            <a:spLocks/>
          </p:cNvSpPr>
          <p:nvPr/>
        </p:nvSpPr>
        <p:spPr bwMode="auto">
          <a:xfrm>
            <a:off x="990600" y="4267200"/>
            <a:ext cx="4953000" cy="25908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1632"/>
              </a:cxn>
              <a:cxn ang="0">
                <a:pos x="3120" y="0"/>
              </a:cxn>
              <a:cxn ang="0">
                <a:pos x="1056" y="1632"/>
              </a:cxn>
              <a:cxn ang="0">
                <a:pos x="0" y="1632"/>
              </a:cxn>
            </a:cxnLst>
            <a:rect l="0" t="0" r="0" b="0"/>
            <a:pathLst>
              <a:path w="3120" h="1632">
                <a:moveTo>
                  <a:pt x="0" y="1632"/>
                </a:moveTo>
                <a:lnTo>
                  <a:pt x="3120" y="0"/>
                </a:lnTo>
                <a:lnTo>
                  <a:pt x="1056" y="1632"/>
                </a:lnTo>
                <a:lnTo>
                  <a:pt x="0" y="1632"/>
                </a:lnTo>
                <a:close/>
              </a:path>
            </a:pathLst>
          </a:custGeom>
          <a:solidFill>
            <a:schemeClr val="bg2">
              <a:tint val="95000"/>
              <a:satMod val="20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24" name="任意多边形 23"/>
          <p:cNvSpPr>
            <a:spLocks/>
          </p:cNvSpPr>
          <p:nvPr/>
        </p:nvSpPr>
        <p:spPr bwMode="auto">
          <a:xfrm>
            <a:off x="533400" y="4267200"/>
            <a:ext cx="5334000" cy="25908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1632"/>
              </a:cxn>
              <a:cxn ang="0">
                <a:pos x="3360" y="0"/>
              </a:cxn>
              <a:cxn ang="0">
                <a:pos x="144" y="1632"/>
              </a:cxn>
              <a:cxn ang="0">
                <a:pos x="0" y="1632"/>
              </a:cxn>
            </a:cxnLst>
            <a:rect l="0" t="0" r="0" b="0"/>
            <a:pathLst>
              <a:path w="3360" h="1632">
                <a:moveTo>
                  <a:pt x="0" y="1632"/>
                </a:moveTo>
                <a:lnTo>
                  <a:pt x="3360" y="0"/>
                </a:lnTo>
                <a:lnTo>
                  <a:pt x="144" y="1632"/>
                </a:lnTo>
                <a:lnTo>
                  <a:pt x="0" y="1632"/>
                </a:lnTo>
                <a:close/>
              </a:path>
            </a:pathLst>
          </a:custGeom>
          <a:solidFill>
            <a:schemeClr val="bg2">
              <a:tint val="95000"/>
              <a:satMod val="20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25" name="任意多边形 24"/>
          <p:cNvSpPr>
            <a:spLocks/>
          </p:cNvSpPr>
          <p:nvPr/>
        </p:nvSpPr>
        <p:spPr bwMode="auto">
          <a:xfrm>
            <a:off x="366824" y="2438400"/>
            <a:ext cx="5638800" cy="18288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3552" y="1152"/>
              </a:cxn>
              <a:cxn ang="0">
                <a:pos x="0" y="384"/>
              </a:cxn>
              <a:cxn ang="0">
                <a:pos x="0" y="0"/>
              </a:cxn>
            </a:cxnLst>
            <a:rect l="0" t="0" r="0" b="0"/>
            <a:pathLst>
              <a:path w="3552" h="1152">
                <a:moveTo>
                  <a:pt x="0" y="0"/>
                </a:moveTo>
                <a:lnTo>
                  <a:pt x="3504" y="1152"/>
                </a:lnTo>
                <a:lnTo>
                  <a:pt x="0" y="384"/>
                </a:lnTo>
                <a:lnTo>
                  <a:pt x="0" y="0"/>
                </a:lnTo>
                <a:close/>
              </a:path>
            </a:pathLst>
          </a:custGeom>
          <a:solidFill>
            <a:schemeClr val="bg2">
              <a:tint val="95000"/>
              <a:satMod val="20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26" name="任意多边形 25"/>
          <p:cNvSpPr>
            <a:spLocks/>
          </p:cNvSpPr>
          <p:nvPr/>
        </p:nvSpPr>
        <p:spPr bwMode="auto">
          <a:xfrm>
            <a:off x="366824" y="2133600"/>
            <a:ext cx="5638800" cy="21336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3552" y="1344"/>
              </a:cxn>
              <a:cxn ang="0">
                <a:pos x="0" y="48"/>
              </a:cxn>
              <a:cxn ang="0">
                <a:pos x="0" y="0"/>
              </a:cxn>
            </a:cxnLst>
            <a:rect l="0" t="0" r="0" b="0"/>
            <a:pathLst>
              <a:path w="3552" h="1344">
                <a:moveTo>
                  <a:pt x="0" y="0"/>
                </a:moveTo>
                <a:lnTo>
                  <a:pt x="3552" y="1344"/>
                </a:lnTo>
                <a:lnTo>
                  <a:pt x="0" y="48"/>
                </a:lnTo>
                <a:lnTo>
                  <a:pt x="0" y="0"/>
                </a:lnTo>
                <a:close/>
              </a:path>
            </a:pathLst>
          </a:custGeom>
          <a:solidFill>
            <a:schemeClr val="bg2">
              <a:tint val="95000"/>
              <a:satMod val="20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27" name="任意多边形 26"/>
          <p:cNvSpPr>
            <a:spLocks/>
          </p:cNvSpPr>
          <p:nvPr/>
        </p:nvSpPr>
        <p:spPr bwMode="auto">
          <a:xfrm>
            <a:off x="4572000" y="4267200"/>
            <a:ext cx="1371600" cy="25908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1632"/>
              </a:cxn>
              <a:cxn ang="0">
                <a:pos x="96" y="1632"/>
              </a:cxn>
              <a:cxn ang="0">
                <a:pos x="864" y="0"/>
              </a:cxn>
              <a:cxn ang="0">
                <a:pos x="0" y="1632"/>
              </a:cxn>
            </a:cxnLst>
            <a:rect l="0" t="0" r="0" b="0"/>
            <a:pathLst>
              <a:path w="864" h="1632">
                <a:moveTo>
                  <a:pt x="0" y="1632"/>
                </a:moveTo>
                <a:lnTo>
                  <a:pt x="96" y="1632"/>
                </a:lnTo>
                <a:lnTo>
                  <a:pt x="864" y="0"/>
                </a:lnTo>
                <a:lnTo>
                  <a:pt x="0" y="1632"/>
                </a:lnTo>
                <a:close/>
              </a:path>
            </a:pathLst>
          </a:custGeom>
          <a:solidFill>
            <a:schemeClr val="bg2">
              <a:tint val="95000"/>
              <a:satMod val="18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06902" y="1351672"/>
            <a:ext cx="5718048" cy="977486"/>
          </a:xfrm>
        </p:spPr>
        <p:txBody>
          <a:bodyPr lIns="82296" tIns="45720" bIns="0" anchor="t"/>
          <a:lstStyle>
            <a:lvl1pPr marL="54864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CB3818B5-E99D-425D-AFA6-AB9ECAEAC569}" type="datetime1">
              <a:rPr lang="zh-CN" altLang="en-US" smtClean="0"/>
              <a:t>2021/12/15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r>
              <a:rPr lang="zh-CN" altLang="en-US" smtClean="0"/>
              <a:t>太空植物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363160" y="402264"/>
            <a:ext cx="8503920" cy="886265"/>
          </a:xfrm>
          <a:prstGeom prst="rect">
            <a:avLst/>
          </a:prstGeom>
          <a:solidFill>
            <a:schemeClr val="bg2">
              <a:tint val="95000"/>
              <a:satMod val="180000"/>
              <a:alpha val="4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06902" y="512064"/>
            <a:ext cx="8156448" cy="777240"/>
          </a:xfrm>
        </p:spPr>
        <p:txBody>
          <a:bodyPr tIns="64008"/>
          <a:lstStyle>
            <a:lvl1pPr algn="l">
              <a:buNone/>
              <a:defRPr sz="3800" b="0" cap="none" spc="-150" baseline="0"/>
            </a:lvl1pPr>
            <a:extLst/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8" name="矩形 7"/>
          <p:cNvSpPr/>
          <p:nvPr/>
        </p:nvSpPr>
        <p:spPr>
          <a:xfrm flipH="1">
            <a:off x="371538" y="680477"/>
            <a:ext cx="27432" cy="365760"/>
          </a:xfrm>
          <a:prstGeom prst="rect">
            <a:avLst/>
          </a:prstGeom>
          <a:solidFill>
            <a:srgbClr val="000000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9" name="矩形 8"/>
          <p:cNvSpPr/>
          <p:nvPr/>
        </p:nvSpPr>
        <p:spPr>
          <a:xfrm flipH="1">
            <a:off x="411109" y="680477"/>
            <a:ext cx="27432" cy="365760"/>
          </a:xfrm>
          <a:prstGeom prst="rect">
            <a:avLst/>
          </a:prstGeom>
          <a:solidFill>
            <a:srgbClr val="000000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10" name="矩形 9"/>
          <p:cNvSpPr/>
          <p:nvPr/>
        </p:nvSpPr>
        <p:spPr>
          <a:xfrm flipH="1">
            <a:off x="448450" y="680477"/>
            <a:ext cx="9144" cy="365760"/>
          </a:xfrm>
          <a:prstGeom prst="rect">
            <a:avLst/>
          </a:prstGeom>
          <a:solidFill>
            <a:srgbClr val="000000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1" name="矩形 10"/>
          <p:cNvSpPr/>
          <p:nvPr/>
        </p:nvSpPr>
        <p:spPr>
          <a:xfrm flipH="1">
            <a:off x="476702" y="680477"/>
            <a:ext cx="9144" cy="365760"/>
          </a:xfrm>
          <a:prstGeom prst="rect">
            <a:avLst/>
          </a:prstGeom>
          <a:solidFill>
            <a:srgbClr val="000000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12" name="矩形 11"/>
          <p:cNvSpPr/>
          <p:nvPr/>
        </p:nvSpPr>
        <p:spPr>
          <a:xfrm>
            <a:off x="500478" y="680477"/>
            <a:ext cx="36576" cy="365760"/>
          </a:xfrm>
          <a:prstGeom prst="rect">
            <a:avLst/>
          </a:prstGeom>
          <a:solidFill>
            <a:srgbClr val="000000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:dissolve/>
      </p:transition>
    </mc:Choice>
    <mc:Fallback>
      <p:transition spd="slow">
        <p:dissolv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512064"/>
            <a:ext cx="8229600" cy="914400"/>
          </a:xfrm>
        </p:spPr>
        <p:txBody>
          <a:bodyPr/>
          <a:lstStyle>
            <a:extLst/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64344" y="1770501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55344" y="1770501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0F091177-FA30-4642-8F1B-3A187C88A199}" type="datetime1">
              <a:rPr lang="zh-CN" altLang="en-US" smtClean="0"/>
              <a:t>2021/12/15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r>
              <a:rPr lang="zh-CN" altLang="en-US" smtClean="0"/>
              <a:t>太空植物</a:t>
            </a: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:dissolve/>
      </p:transition>
    </mc:Choice>
    <mc:Fallback>
      <p:transition spd="slow">
        <p:dissolv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矩形 24"/>
          <p:cNvSpPr/>
          <p:nvPr/>
        </p:nvSpPr>
        <p:spPr>
          <a:xfrm>
            <a:off x="0" y="402265"/>
            <a:ext cx="8867080" cy="886265"/>
          </a:xfrm>
          <a:prstGeom prst="rect">
            <a:avLst/>
          </a:prstGeom>
          <a:solidFill>
            <a:schemeClr val="bg2">
              <a:tint val="95000"/>
              <a:satMod val="180000"/>
              <a:alpha val="4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04824" y="512064"/>
            <a:ext cx="7772400" cy="914400"/>
          </a:xfrm>
        </p:spPr>
        <p:txBody>
          <a:bodyPr anchor="t"/>
          <a:lstStyle>
            <a:lvl1pPr>
              <a:defRPr sz="4000"/>
            </a:lvl1pPr>
            <a:extLst/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809750"/>
            <a:ext cx="4040188" cy="639762"/>
          </a:xfrm>
        </p:spPr>
        <p:txBody>
          <a:bodyPr anchor="ctr"/>
          <a:lstStyle>
            <a:lvl1pPr marL="73152" indent="0" algn="l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zh-CN" altLang="en-US" smtClean="0"/>
              <a:t>单击此处编辑母版文本样式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3"/>
          </p:nvPr>
        </p:nvSpPr>
        <p:spPr>
          <a:xfrm>
            <a:off x="4645025" y="1809750"/>
            <a:ext cx="4041775" cy="639762"/>
          </a:xfrm>
        </p:spPr>
        <p:txBody>
          <a:bodyPr anchor="ctr"/>
          <a:lstStyle>
            <a:lvl1pPr marL="73152" indent="0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zh-CN" altLang="en-US" smtClean="0"/>
              <a:t>单击此处编辑母版文本样式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2"/>
          </p:nvPr>
        </p:nvSpPr>
        <p:spPr>
          <a:xfrm>
            <a:off x="457200" y="2459037"/>
            <a:ext cx="4040188" cy="3959352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459037"/>
            <a:ext cx="4041775" cy="3959352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F7000E13-020B-45C9-9B73-E3213A65B1CA}" type="datetime1">
              <a:rPr lang="zh-CN" altLang="en-US" smtClean="0"/>
              <a:t>2021/12/15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r>
              <a:rPr lang="zh-CN" altLang="en-US" smtClean="0"/>
              <a:t>太空植物</a:t>
            </a:r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6" name="矩形 15"/>
          <p:cNvSpPr/>
          <p:nvPr/>
        </p:nvSpPr>
        <p:spPr>
          <a:xfrm>
            <a:off x="87790" y="680477"/>
            <a:ext cx="45720" cy="365760"/>
          </a:xfrm>
          <a:prstGeom prst="rect">
            <a:avLst/>
          </a:prstGeom>
          <a:solidFill>
            <a:schemeClr val="bg2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17" name="矩形 16"/>
          <p:cNvSpPr/>
          <p:nvPr/>
        </p:nvSpPr>
        <p:spPr>
          <a:xfrm>
            <a:off x="47305" y="680477"/>
            <a:ext cx="27432" cy="365760"/>
          </a:xfrm>
          <a:prstGeom prst="rect">
            <a:avLst/>
          </a:prstGeom>
          <a:solidFill>
            <a:schemeClr val="bg2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18" name="矩形 17"/>
          <p:cNvSpPr/>
          <p:nvPr/>
        </p:nvSpPr>
        <p:spPr>
          <a:xfrm>
            <a:off x="28252" y="680477"/>
            <a:ext cx="9144" cy="365760"/>
          </a:xfrm>
          <a:prstGeom prst="rect">
            <a:avLst/>
          </a:prstGeom>
          <a:solidFill>
            <a:schemeClr val="bg2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9" name="矩形 18"/>
          <p:cNvSpPr/>
          <p:nvPr/>
        </p:nvSpPr>
        <p:spPr>
          <a:xfrm>
            <a:off x="0" y="680477"/>
            <a:ext cx="9144" cy="365760"/>
          </a:xfrm>
          <a:prstGeom prst="rect">
            <a:avLst/>
          </a:prstGeom>
          <a:solidFill>
            <a:schemeClr val="bg2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20" name="矩形 19"/>
          <p:cNvSpPr/>
          <p:nvPr/>
        </p:nvSpPr>
        <p:spPr>
          <a:xfrm flipH="1">
            <a:off x="149770" y="680477"/>
            <a:ext cx="27432" cy="365760"/>
          </a:xfrm>
          <a:prstGeom prst="rect">
            <a:avLst/>
          </a:prstGeom>
          <a:solidFill>
            <a:schemeClr val="bg2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21" name="矩形 20"/>
          <p:cNvSpPr/>
          <p:nvPr/>
        </p:nvSpPr>
        <p:spPr>
          <a:xfrm flipH="1">
            <a:off x="189341" y="680477"/>
            <a:ext cx="27432" cy="365760"/>
          </a:xfrm>
          <a:prstGeom prst="rect">
            <a:avLst/>
          </a:prstGeom>
          <a:solidFill>
            <a:schemeClr val="bg2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22" name="矩形 21"/>
          <p:cNvSpPr/>
          <p:nvPr/>
        </p:nvSpPr>
        <p:spPr>
          <a:xfrm flipH="1">
            <a:off x="226682" y="680477"/>
            <a:ext cx="9144" cy="365760"/>
          </a:xfrm>
          <a:prstGeom prst="rect">
            <a:avLst/>
          </a:prstGeom>
          <a:solidFill>
            <a:schemeClr val="bg2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9" name="矩形 28"/>
          <p:cNvSpPr/>
          <p:nvPr/>
        </p:nvSpPr>
        <p:spPr>
          <a:xfrm flipH="1">
            <a:off x="254934" y="680477"/>
            <a:ext cx="9144" cy="365760"/>
          </a:xfrm>
          <a:prstGeom prst="rect">
            <a:avLst/>
          </a:prstGeom>
          <a:solidFill>
            <a:schemeClr val="bg2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30" name="矩形 29"/>
          <p:cNvSpPr/>
          <p:nvPr/>
        </p:nvSpPr>
        <p:spPr>
          <a:xfrm>
            <a:off x="278710" y="680477"/>
            <a:ext cx="36576" cy="365760"/>
          </a:xfrm>
          <a:prstGeom prst="rect">
            <a:avLst/>
          </a:prstGeom>
          <a:solidFill>
            <a:schemeClr val="bg2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:dissolve/>
      </p:transition>
    </mc:Choice>
    <mc:Fallback>
      <p:transition spd="slow">
        <p:dissolv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14400" y="512064"/>
            <a:ext cx="7772400" cy="914400"/>
          </a:xfrm>
        </p:spPr>
        <p:txBody>
          <a:bodyPr/>
          <a:lstStyle>
            <a:lvl1pPr>
              <a:defRPr sz="4000" cap="none" baseline="0"/>
            </a:lvl1pPr>
            <a:extLst/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08B9AC4F-38BD-40B4-BE4F-EFCA03E40BB3}" type="datetime1">
              <a:rPr lang="zh-CN" altLang="en-US" smtClean="0"/>
              <a:t>2021/12/15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r>
              <a:rPr lang="zh-CN" altLang="en-US" smtClean="0"/>
              <a:t>太空植物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:dissolve/>
      </p:transition>
    </mc:Choice>
    <mc:Fallback>
      <p:transition spd="slow">
        <p:dissolv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908E0CB1-D313-4831-B680-683AB789491D}" type="datetime1">
              <a:rPr lang="zh-CN" altLang="en-US" smtClean="0"/>
              <a:t>2021/12/15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r>
              <a:rPr lang="zh-CN" altLang="en-US" smtClean="0"/>
              <a:t>太空植物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:dissolve/>
      </p:transition>
    </mc:Choice>
    <mc:Fallback>
      <p:transition spd="slow">
        <p:dissolv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85800" y="273050"/>
            <a:ext cx="8229600" cy="1162050"/>
          </a:xfrm>
        </p:spPr>
        <p:txBody>
          <a:bodyPr anchor="ctr"/>
          <a:lstStyle>
            <a:lvl1pPr algn="l">
              <a:buNone/>
              <a:defRPr sz="3600" b="0"/>
            </a:lvl1pPr>
            <a:extLst/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2"/>
          </p:nvPr>
        </p:nvSpPr>
        <p:spPr>
          <a:xfrm>
            <a:off x="685800" y="1435100"/>
            <a:ext cx="2514600" cy="4572000"/>
          </a:xfrm>
        </p:spPr>
        <p:txBody>
          <a:bodyPr/>
          <a:lstStyle>
            <a:lvl1pPr marL="54864" indent="0"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1"/>
          </p:nvPr>
        </p:nvSpPr>
        <p:spPr>
          <a:xfrm>
            <a:off x="3429000" y="1435100"/>
            <a:ext cx="5486400" cy="4572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EDAAA69D-46AF-431B-8492-5F135885CC2C}" type="datetime1">
              <a:rPr lang="zh-CN" altLang="en-US" smtClean="0"/>
              <a:t>2021/12/15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r>
              <a:rPr lang="zh-CN" altLang="en-US" smtClean="0"/>
              <a:t>太空植物</a:t>
            </a: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:dissolve/>
      </p:transition>
    </mc:Choice>
    <mc:Fallback>
      <p:transition spd="slow">
        <p:dissolv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/>
        </p:nvSpPr>
        <p:spPr>
          <a:xfrm>
            <a:off x="368032" y="0"/>
            <a:ext cx="8778240" cy="1878037"/>
          </a:xfrm>
          <a:prstGeom prst="rect">
            <a:avLst/>
          </a:prstGeom>
          <a:solidFill>
            <a:srgbClr val="000000">
              <a:alpha val="100000"/>
            </a:srgb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cxnSp>
        <p:nvCxnSpPr>
          <p:cNvPr id="9" name="直接连接符 8"/>
          <p:cNvCxnSpPr/>
          <p:nvPr/>
        </p:nvCxnSpPr>
        <p:spPr>
          <a:xfrm flipV="1">
            <a:off x="363195" y="1885028"/>
            <a:ext cx="8782622" cy="0"/>
          </a:xfrm>
          <a:prstGeom prst="line">
            <a:avLst/>
          </a:prstGeom>
          <a:noFill/>
          <a:ln w="19050" cap="flat" cmpd="sng" algn="ctr">
            <a:solidFill>
              <a:srgbClr val="FFFFFF">
                <a:alpha val="100000"/>
              </a:srgbClr>
            </a:soli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0" name="组合 9"/>
          <p:cNvGrpSpPr/>
          <p:nvPr/>
        </p:nvGrpSpPr>
        <p:grpSpPr>
          <a:xfrm rot="5400000">
            <a:off x="8514581" y="1219200"/>
            <a:ext cx="132763" cy="128466"/>
            <a:chOff x="6668087" y="1297746"/>
            <a:chExt cx="161840" cy="156602"/>
          </a:xfrm>
        </p:grpSpPr>
        <p:cxnSp>
          <p:nvCxnSpPr>
            <p:cNvPr id="15" name="直接连接符 14"/>
            <p:cNvCxnSpPr/>
            <p:nvPr/>
          </p:nvCxnSpPr>
          <p:spPr>
            <a:xfrm rot="16200000">
              <a:off x="6664064" y="1301769"/>
              <a:ext cx="88509" cy="80463"/>
            </a:xfrm>
            <a:prstGeom prst="line">
              <a:avLst/>
            </a:prstGeom>
            <a:noFill/>
            <a:ln w="25400" cap="rnd" cmpd="sng" algn="ctr">
              <a:solidFill>
                <a:srgbClr val="FFFFFF">
                  <a:alpha val="100000"/>
                </a:srgbClr>
              </a:solidFill>
              <a:prstDash val="soli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直接连接符 15"/>
            <p:cNvCxnSpPr/>
            <p:nvPr/>
          </p:nvCxnSpPr>
          <p:spPr>
            <a:xfrm rot="16200000" flipV="1">
              <a:off x="6685888" y="1391257"/>
              <a:ext cx="125755" cy="427"/>
            </a:xfrm>
            <a:prstGeom prst="line">
              <a:avLst/>
            </a:prstGeom>
            <a:noFill/>
            <a:ln w="25400" cap="rnd" cmpd="sng" algn="ctr">
              <a:solidFill>
                <a:srgbClr val="FFFFFF">
                  <a:alpha val="100000"/>
                </a:srgbClr>
              </a:solidFill>
              <a:prstDash val="soli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直接连接符 16"/>
            <p:cNvCxnSpPr/>
            <p:nvPr/>
          </p:nvCxnSpPr>
          <p:spPr>
            <a:xfrm rot="5400000" flipH="1">
              <a:off x="6744524" y="1300853"/>
              <a:ext cx="88509" cy="82296"/>
            </a:xfrm>
            <a:prstGeom prst="line">
              <a:avLst/>
            </a:prstGeom>
            <a:noFill/>
            <a:ln w="25400" cap="rnd" cmpd="sng" algn="ctr">
              <a:solidFill>
                <a:srgbClr val="FFFFFF">
                  <a:alpha val="100000"/>
                </a:srgbClr>
              </a:solidFill>
              <a:prstDash val="soli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标题 1"/>
          <p:cNvSpPr>
            <a:spLocks noGrp="1"/>
          </p:cNvSpPr>
          <p:nvPr>
            <p:ph type="title"/>
          </p:nvPr>
        </p:nvSpPr>
        <p:spPr bwMode="grayWhite">
          <a:xfrm>
            <a:off x="914400" y="441251"/>
            <a:ext cx="6858000" cy="701749"/>
          </a:xfrm>
        </p:spPr>
        <p:txBody>
          <a:bodyPr anchor="b"/>
          <a:lstStyle>
            <a:lvl1pPr algn="l">
              <a:buNone/>
              <a:defRPr sz="2100" b="0"/>
            </a:lvl1pPr>
            <a:extLst/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68032" y="1893781"/>
            <a:ext cx="8778240" cy="4960144"/>
          </a:xfrm>
          <a:solidFill>
            <a:schemeClr val="bg2"/>
          </a:solidFill>
        </p:spPr>
        <p:txBody>
          <a:bodyPr/>
          <a:lstStyle>
            <a:lvl1pPr marL="0" indent="0">
              <a:buNone/>
              <a:defRPr sz="3200"/>
            </a:lvl1pPr>
            <a:extLst/>
          </a:lstStyle>
          <a:p>
            <a:r>
              <a:rPr kumimoji="0" lang="zh-CN" altLang="en-US" smtClean="0"/>
              <a:t>单击图标添加图片</a:t>
            </a:r>
            <a:endParaRPr kumimoji="0" 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 bwMode="grayWhite">
          <a:xfrm>
            <a:off x="914400" y="1150144"/>
            <a:ext cx="6858000" cy="685800"/>
          </a:xfrm>
        </p:spPr>
        <p:txBody>
          <a:bodyPr/>
          <a:lstStyle>
            <a:lvl1pPr marL="27432" indent="0">
              <a:spcBef>
                <a:spcPts val="0"/>
              </a:spcBef>
              <a:buNone/>
              <a:defRPr sz="1400">
                <a:solidFill>
                  <a:srgbClr val="FFFFFF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zh-CN" altLang="en-US" smtClean="0"/>
              <a:t>单击此处编辑母版文本样式</a:t>
            </a:r>
          </a:p>
        </p:txBody>
      </p:sp>
      <p:grpSp>
        <p:nvGrpSpPr>
          <p:cNvPr id="14" name="组合 13"/>
          <p:cNvGrpSpPr/>
          <p:nvPr/>
        </p:nvGrpSpPr>
        <p:grpSpPr>
          <a:xfrm rot="5400000">
            <a:off x="8666981" y="1371600"/>
            <a:ext cx="132763" cy="128466"/>
            <a:chOff x="6668087" y="1297746"/>
            <a:chExt cx="161840" cy="156602"/>
          </a:xfrm>
        </p:grpSpPr>
        <p:cxnSp>
          <p:nvCxnSpPr>
            <p:cNvPr id="11" name="直接连接符 10"/>
            <p:cNvCxnSpPr/>
            <p:nvPr/>
          </p:nvCxnSpPr>
          <p:spPr>
            <a:xfrm rot="16200000">
              <a:off x="6664064" y="1301769"/>
              <a:ext cx="88509" cy="80463"/>
            </a:xfrm>
            <a:prstGeom prst="line">
              <a:avLst/>
            </a:prstGeom>
            <a:noFill/>
            <a:ln w="25400" cap="rnd" cmpd="sng" algn="ctr">
              <a:solidFill>
                <a:srgbClr val="FFFFFF">
                  <a:alpha val="100000"/>
                </a:srgbClr>
              </a:solidFill>
              <a:prstDash val="soli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直接连接符 11"/>
            <p:cNvCxnSpPr/>
            <p:nvPr/>
          </p:nvCxnSpPr>
          <p:spPr>
            <a:xfrm rot="16200000" flipV="1">
              <a:off x="6685888" y="1391257"/>
              <a:ext cx="125755" cy="427"/>
            </a:xfrm>
            <a:prstGeom prst="line">
              <a:avLst/>
            </a:prstGeom>
            <a:noFill/>
            <a:ln w="25400" cap="rnd" cmpd="sng" algn="ctr">
              <a:solidFill>
                <a:srgbClr val="FFFFFF">
                  <a:alpha val="100000"/>
                </a:srgbClr>
              </a:solidFill>
              <a:prstDash val="soli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直接连接符 12"/>
            <p:cNvCxnSpPr/>
            <p:nvPr/>
          </p:nvCxnSpPr>
          <p:spPr>
            <a:xfrm rot="5400000" flipH="1">
              <a:off x="6744524" y="1300853"/>
              <a:ext cx="88509" cy="82296"/>
            </a:xfrm>
            <a:prstGeom prst="line">
              <a:avLst/>
            </a:prstGeom>
            <a:noFill/>
            <a:ln w="25400" cap="rnd" cmpd="sng" algn="ctr">
              <a:solidFill>
                <a:srgbClr val="FFFFFF">
                  <a:alpha val="100000"/>
                </a:srgbClr>
              </a:solidFill>
              <a:prstDash val="soli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8" name="组合 17"/>
          <p:cNvGrpSpPr/>
          <p:nvPr/>
        </p:nvGrpSpPr>
        <p:grpSpPr>
          <a:xfrm rot="5400000">
            <a:off x="8320088" y="1474763"/>
            <a:ext cx="132763" cy="128466"/>
            <a:chOff x="6668087" y="1297746"/>
            <a:chExt cx="161840" cy="156602"/>
          </a:xfrm>
        </p:grpSpPr>
        <p:cxnSp>
          <p:nvCxnSpPr>
            <p:cNvPr id="19" name="直接连接符 18"/>
            <p:cNvCxnSpPr/>
            <p:nvPr/>
          </p:nvCxnSpPr>
          <p:spPr>
            <a:xfrm rot="16200000">
              <a:off x="6664064" y="1301769"/>
              <a:ext cx="88509" cy="80463"/>
            </a:xfrm>
            <a:prstGeom prst="line">
              <a:avLst/>
            </a:prstGeom>
            <a:noFill/>
            <a:ln w="25400" cap="rnd" cmpd="sng" algn="ctr">
              <a:solidFill>
                <a:srgbClr val="FFFFFF">
                  <a:alpha val="100000"/>
                </a:srgbClr>
              </a:solidFill>
              <a:prstDash val="soli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直接连接符 19"/>
            <p:cNvCxnSpPr/>
            <p:nvPr/>
          </p:nvCxnSpPr>
          <p:spPr>
            <a:xfrm rot="16200000" flipV="1">
              <a:off x="6685888" y="1391257"/>
              <a:ext cx="125755" cy="427"/>
            </a:xfrm>
            <a:prstGeom prst="line">
              <a:avLst/>
            </a:prstGeom>
            <a:noFill/>
            <a:ln w="25400" cap="rnd" cmpd="sng" algn="ctr">
              <a:solidFill>
                <a:srgbClr val="FFFFFF">
                  <a:alpha val="100000"/>
                </a:srgbClr>
              </a:solidFill>
              <a:prstDash val="soli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直接连接符 20"/>
            <p:cNvCxnSpPr/>
            <p:nvPr/>
          </p:nvCxnSpPr>
          <p:spPr>
            <a:xfrm rot="5400000" flipH="1">
              <a:off x="6744524" y="1300853"/>
              <a:ext cx="88509" cy="82296"/>
            </a:xfrm>
            <a:prstGeom prst="line">
              <a:avLst/>
            </a:prstGeom>
            <a:noFill/>
            <a:ln w="25400" cap="rnd" cmpd="sng" algn="ctr">
              <a:solidFill>
                <a:srgbClr val="FFFFFF">
                  <a:alpha val="100000"/>
                </a:srgbClr>
              </a:solidFill>
              <a:prstDash val="soli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6477000" y="55499"/>
            <a:ext cx="2133600" cy="365125"/>
          </a:xfrm>
        </p:spPr>
        <p:txBody>
          <a:bodyPr/>
          <a:lstStyle>
            <a:extLst/>
          </a:lstStyle>
          <a:p>
            <a:fld id="{D50432F7-FD86-45BF-8D36-082B38F27A35}" type="datetime1">
              <a:rPr lang="zh-CN" altLang="en-US" smtClean="0"/>
              <a:t>2021/12/15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914400" y="55499"/>
            <a:ext cx="5562600" cy="365125"/>
          </a:xfrm>
        </p:spPr>
        <p:txBody>
          <a:bodyPr/>
          <a:lstStyle>
            <a:extLst/>
          </a:lstStyle>
          <a:p>
            <a:r>
              <a:rPr lang="zh-CN" altLang="en-US" smtClean="0"/>
              <a:t>太空植物</a:t>
            </a: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610600" y="55499"/>
            <a:ext cx="457200" cy="365125"/>
          </a:xfrm>
        </p:spPr>
        <p:txBody>
          <a:bodyPr/>
          <a:lstStyle>
            <a:extLst/>
          </a:lstStyle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:dissolve/>
      </p:transition>
    </mc:Choice>
    <mc:Fallback>
      <p:transition spd="slow">
        <p:dissolv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extLst/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F12B22A4-A142-4739-A873-5DB57E2066B1}" type="datetime1">
              <a:rPr lang="zh-CN" altLang="en-US" smtClean="0"/>
              <a:t>2021/12/15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r>
              <a:rPr lang="zh-CN" altLang="en-US" smtClean="0"/>
              <a:t>太空植物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:dissolve/>
      </p:transition>
    </mc:Choice>
    <mc:Fallback>
      <p:transition spd="slow">
        <p:dissolv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9"/>
            <a:ext cx="1981200" cy="5851525"/>
          </a:xfrm>
        </p:spPr>
        <p:txBody>
          <a:bodyPr vert="eaVert" anchor="ctr"/>
          <a:lstStyle>
            <a:extLst/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5867400" cy="5851525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B1E312A8-F8E6-4AF7-9EF3-AC1009638AD0}" type="datetime1">
              <a:rPr lang="zh-CN" altLang="en-US" smtClean="0"/>
              <a:t>2021/12/15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r>
              <a:rPr lang="zh-CN" altLang="en-US" smtClean="0"/>
              <a:t>太空植物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:dissolve/>
      </p:transition>
    </mc:Choice>
    <mc:Fallback>
      <p:transition spd="slow">
        <p:dissolv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0" y="-1"/>
            <a:ext cx="365760" cy="6854456"/>
          </a:xfrm>
          <a:prstGeom prst="rect">
            <a:avLst/>
          </a:prstGeom>
          <a:solidFill>
            <a:srgbClr val="FFFFFF">
              <a:alpha val="100000"/>
            </a:srgb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8" name="矩形 7"/>
          <p:cNvSpPr/>
          <p:nvPr/>
        </p:nvSpPr>
        <p:spPr>
          <a:xfrm>
            <a:off x="255291" y="5047394"/>
            <a:ext cx="73152" cy="169164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9" name="矩形 8"/>
          <p:cNvSpPr/>
          <p:nvPr/>
        </p:nvSpPr>
        <p:spPr>
          <a:xfrm>
            <a:off x="255291" y="4796819"/>
            <a:ext cx="73152" cy="228600"/>
          </a:xfrm>
          <a:prstGeom prst="rect">
            <a:avLst/>
          </a:prstGeom>
          <a:solidFill>
            <a:schemeClr val="accent3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0" name="矩形 9"/>
          <p:cNvSpPr/>
          <p:nvPr/>
        </p:nvSpPr>
        <p:spPr>
          <a:xfrm>
            <a:off x="255291" y="4637685"/>
            <a:ext cx="73152" cy="137160"/>
          </a:xfrm>
          <a:prstGeom prst="rect">
            <a:avLst/>
          </a:prstGeom>
          <a:solidFill>
            <a:schemeClr val="bg2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1" name="矩形 10"/>
          <p:cNvSpPr/>
          <p:nvPr/>
        </p:nvSpPr>
        <p:spPr>
          <a:xfrm>
            <a:off x="255291" y="4542559"/>
            <a:ext cx="73152" cy="7315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12" name="矩形 11"/>
          <p:cNvSpPr/>
          <p:nvPr/>
        </p:nvSpPr>
        <p:spPr>
          <a:xfrm>
            <a:off x="309558" y="680477"/>
            <a:ext cx="45720" cy="365760"/>
          </a:xfrm>
          <a:prstGeom prst="rect">
            <a:avLst/>
          </a:prstGeom>
          <a:solidFill>
            <a:srgbClr val="000000">
              <a:alpha val="10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15" name="矩形 14"/>
          <p:cNvSpPr/>
          <p:nvPr/>
        </p:nvSpPr>
        <p:spPr>
          <a:xfrm>
            <a:off x="269073" y="680477"/>
            <a:ext cx="27432" cy="365760"/>
          </a:xfrm>
          <a:prstGeom prst="rect">
            <a:avLst/>
          </a:prstGeom>
          <a:solidFill>
            <a:srgbClr val="000000">
              <a:alpha val="10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16" name="矩形 15"/>
          <p:cNvSpPr/>
          <p:nvPr/>
        </p:nvSpPr>
        <p:spPr>
          <a:xfrm>
            <a:off x="250020" y="680477"/>
            <a:ext cx="9144" cy="365760"/>
          </a:xfrm>
          <a:prstGeom prst="rect">
            <a:avLst/>
          </a:prstGeom>
          <a:solidFill>
            <a:srgbClr val="000000">
              <a:alpha val="10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7" name="矩形 16"/>
          <p:cNvSpPr/>
          <p:nvPr/>
        </p:nvSpPr>
        <p:spPr>
          <a:xfrm>
            <a:off x="221768" y="680477"/>
            <a:ext cx="9144" cy="365760"/>
          </a:xfrm>
          <a:prstGeom prst="rect">
            <a:avLst/>
          </a:prstGeom>
          <a:solidFill>
            <a:srgbClr val="000000">
              <a:alpha val="10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22" name="标题占位符 21"/>
          <p:cNvSpPr>
            <a:spLocks noGrp="1"/>
          </p:cNvSpPr>
          <p:nvPr>
            <p:ph type="title"/>
          </p:nvPr>
        </p:nvSpPr>
        <p:spPr>
          <a:xfrm>
            <a:off x="914400" y="512064"/>
            <a:ext cx="7772400" cy="914400"/>
          </a:xfrm>
          <a:prstGeom prst="rect">
            <a:avLst/>
          </a:prstGeom>
        </p:spPr>
        <p:txBody>
          <a:bodyPr vert="horz" anchor="t">
            <a:noAutofit/>
          </a:bodyPr>
          <a:lstStyle>
            <a:extLst/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13" name="文本占位符 12"/>
          <p:cNvSpPr>
            <a:spLocks noGrp="1"/>
          </p:cNvSpPr>
          <p:nvPr>
            <p:ph type="body" idx="1"/>
          </p:nvPr>
        </p:nvSpPr>
        <p:spPr>
          <a:xfrm>
            <a:off x="914400" y="1783560"/>
            <a:ext cx="7772400" cy="4572000"/>
          </a:xfrm>
          <a:prstGeom prst="rect">
            <a:avLst/>
          </a:prstGeom>
        </p:spPr>
        <p:txBody>
          <a:bodyPr vert="horz">
            <a:normAutofit/>
          </a:bodyPr>
          <a:lstStyle>
            <a:extLst/>
          </a:lstStyle>
          <a:p>
            <a:pPr lvl="0" eaLnBrk="1" latinLnBrk="0" hangingPunct="1"/>
            <a:r>
              <a:rPr kumimoji="0" lang="zh-CN" altLang="en-US" smtClean="0"/>
              <a:t>单击此处编辑母版文本样式</a:t>
            </a:r>
          </a:p>
          <a:p>
            <a:pPr lvl="1" eaLnBrk="1" latinLnBrk="0" hangingPunct="1"/>
            <a:r>
              <a:rPr kumimoji="0" lang="zh-CN" altLang="en-US" smtClean="0"/>
              <a:t>第二级</a:t>
            </a:r>
          </a:p>
          <a:p>
            <a:pPr lvl="2" eaLnBrk="1" latinLnBrk="0" hangingPunct="1"/>
            <a:r>
              <a:rPr kumimoji="0" lang="zh-CN" altLang="en-US" smtClean="0"/>
              <a:t>第三级</a:t>
            </a:r>
          </a:p>
          <a:p>
            <a:pPr lvl="3" eaLnBrk="1" latinLnBrk="0" hangingPunct="1"/>
            <a:r>
              <a:rPr kumimoji="0" lang="zh-CN" altLang="en-US" smtClean="0"/>
              <a:t>第四级</a:t>
            </a:r>
          </a:p>
          <a:p>
            <a:pPr lvl="4" eaLnBrk="1" latinLnBrk="0" hangingPunct="1"/>
            <a:r>
              <a:rPr kumimoji="0" lang="zh-CN" altLang="en-US" smtClean="0"/>
              <a:t>第五级</a:t>
            </a:r>
            <a:endParaRPr kumimoji="0" lang="en-US"/>
          </a:p>
        </p:txBody>
      </p:sp>
      <p:sp>
        <p:nvSpPr>
          <p:cNvPr id="14" name="日期占位符 13"/>
          <p:cNvSpPr>
            <a:spLocks noGrp="1"/>
          </p:cNvSpPr>
          <p:nvPr>
            <p:ph type="dt" sz="half" idx="2"/>
          </p:nvPr>
        </p:nvSpPr>
        <p:spPr>
          <a:xfrm>
            <a:off x="6477000" y="6416675"/>
            <a:ext cx="2133600" cy="365125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100">
                <a:solidFill>
                  <a:schemeClr val="tx2"/>
                </a:solidFill>
              </a:defRPr>
            </a:lvl1pPr>
            <a:extLst/>
          </a:lstStyle>
          <a:p>
            <a:fld id="{9A6ECB9C-DFE8-44B1-B6ED-58F8AB762C4D}" type="datetime1">
              <a:rPr lang="zh-CN" altLang="en-US" smtClean="0"/>
              <a:t>2021/12/15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3"/>
          </p:nvPr>
        </p:nvSpPr>
        <p:spPr>
          <a:xfrm>
            <a:off x="914400" y="6416675"/>
            <a:ext cx="5562600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100">
                <a:solidFill>
                  <a:schemeClr val="tx2"/>
                </a:solidFill>
              </a:defRPr>
            </a:lvl1pPr>
            <a:extLst/>
          </a:lstStyle>
          <a:p>
            <a:r>
              <a:rPr lang="zh-CN" altLang="en-US" smtClean="0"/>
              <a:t>太空植物</a:t>
            </a:r>
            <a:endParaRPr lang="zh-CN" altLang="en-US"/>
          </a:p>
        </p:txBody>
      </p:sp>
      <p:sp>
        <p:nvSpPr>
          <p:cNvPr id="23" name="灯片编号占位符 22"/>
          <p:cNvSpPr>
            <a:spLocks noGrp="1"/>
          </p:cNvSpPr>
          <p:nvPr>
            <p:ph type="sldNum" sz="quarter" idx="4"/>
          </p:nvPr>
        </p:nvSpPr>
        <p:spPr>
          <a:xfrm>
            <a:off x="8610600" y="6416675"/>
            <a:ext cx="457200" cy="365125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200">
                <a:solidFill>
                  <a:schemeClr val="tx2"/>
                </a:solidFill>
              </a:defRPr>
            </a:lvl1pPr>
            <a:extLst/>
          </a:lstStyle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mc:AlternateContent xmlns:mc="http://schemas.openxmlformats.org/markup-compatibility/2006">
    <mc:Choice xmlns:p14="http://schemas.microsoft.com/office/powerpoint/2010/main" Requires="p14">
      <p:transition spd="slow" p14:dur="1200">
        <p:dissolve/>
      </p:transition>
    </mc:Choice>
    <mc:Fallback>
      <p:transition spd="slow">
        <p:dissolve/>
      </p:transition>
    </mc:Fallback>
  </mc:AlternateContent>
  <p:hf sldNum="0" hdr="0" dt="0"/>
  <p:txStyles>
    <p:titleStyle>
      <a:lvl1pPr algn="l" rtl="0" eaLnBrk="1" latinLnBrk="0" hangingPunct="1">
        <a:spcBef>
          <a:spcPct val="0"/>
        </a:spcBef>
        <a:buNone/>
        <a:defRPr kumimoji="0" sz="4000" kern="1200" spc="-100" baseline="0">
          <a:solidFill>
            <a:schemeClr val="tx2">
              <a:satMod val="200000"/>
            </a:schemeClr>
          </a:solidFill>
          <a:latin typeface="+mj-lt"/>
          <a:ea typeface="+mj-ea"/>
          <a:cs typeface="+mj-cs"/>
        </a:defRPr>
      </a:lvl1pPr>
      <a:extLst/>
    </p:titleStyle>
    <p:bodyStyle>
      <a:lvl1pPr marL="411480" indent="-342900" algn="l" rtl="0" eaLnBrk="1" latinLnBrk="0" hangingPunct="1">
        <a:spcBef>
          <a:spcPts val="700"/>
        </a:spcBef>
        <a:buClr>
          <a:schemeClr val="tx2"/>
        </a:buClr>
        <a:buSzPct val="95000"/>
        <a:buFont typeface="Wingdings"/>
        <a:buChar char=""/>
        <a:defRPr kumimoji="0" sz="3000" kern="1200">
          <a:solidFill>
            <a:schemeClr val="tx1"/>
          </a:solidFill>
          <a:latin typeface="+mn-lt"/>
          <a:ea typeface="+mn-ea"/>
          <a:cs typeface="+mn-cs"/>
        </a:defRPr>
      </a:lvl1pPr>
      <a:lvl2pPr marL="740664" indent="-285750" algn="l" rtl="0" eaLnBrk="1" latinLnBrk="0" hangingPunct="1">
        <a:spcBef>
          <a:spcPct val="20000"/>
        </a:spcBef>
        <a:buClr>
          <a:schemeClr val="accent2"/>
        </a:buClr>
        <a:buSzPct val="90000"/>
        <a:buFont typeface="Wingdings"/>
        <a:buChar char="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996696" indent="-228600" algn="l" rtl="0" eaLnBrk="1" latinLnBrk="0" hangingPunct="1">
        <a:spcBef>
          <a:spcPct val="20000"/>
        </a:spcBef>
        <a:buClr>
          <a:schemeClr val="accent2"/>
        </a:buClr>
        <a:buFont typeface="Wingdings 2"/>
        <a:buChar char="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261872" indent="-228600" algn="l" rtl="0" eaLnBrk="1" latinLnBrk="0" hangingPunct="1">
        <a:spcBef>
          <a:spcPct val="20000"/>
        </a:spcBef>
        <a:buClr>
          <a:schemeClr val="accent3"/>
        </a:buClr>
        <a:buFont typeface="Wingdings 3"/>
        <a:buChar char=""/>
        <a:defRPr kumimoji="0" sz="2200" kern="1200">
          <a:solidFill>
            <a:schemeClr val="tx1"/>
          </a:solidFill>
          <a:latin typeface="+mn-lt"/>
          <a:ea typeface="+mn-ea"/>
          <a:cs typeface="+mn-cs"/>
        </a:defRPr>
      </a:lvl4pPr>
      <a:lvl5pPr marL="1481328" indent="-210312" algn="l" rtl="0" eaLnBrk="1" latinLnBrk="0" hangingPunct="1">
        <a:spcBef>
          <a:spcPct val="20000"/>
        </a:spcBef>
        <a:buClr>
          <a:schemeClr val="accent3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09928" indent="-210312" algn="l" rtl="0" eaLnBrk="1" latinLnBrk="0" hangingPunct="1">
        <a:spcBef>
          <a:spcPct val="20000"/>
        </a:spcBef>
        <a:buClr>
          <a:schemeClr val="accent3"/>
        </a:buClr>
        <a:buFont typeface="Wingdings 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01952" indent="-182880" algn="l" rtl="0" eaLnBrk="1" latinLnBrk="0" hangingPunct="1">
        <a:spcBef>
          <a:spcPct val="20000"/>
        </a:spcBef>
        <a:buClr>
          <a:schemeClr val="accent4"/>
        </a:buClr>
        <a:buFont typeface="Wingdings 2"/>
        <a:buChar char="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093976" indent="-182880" algn="l" rtl="0" eaLnBrk="1" latinLnBrk="0" hangingPunct="1">
        <a:spcBef>
          <a:spcPct val="20000"/>
        </a:spcBef>
        <a:buClr>
          <a:schemeClr val="accent4"/>
        </a:buClr>
        <a:buFont typeface="Wingdings 2"/>
        <a:buChar char="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182880" algn="l" rtl="0" eaLnBrk="1" latinLnBrk="0" hangingPunct="1">
        <a:spcBef>
          <a:spcPct val="20000"/>
        </a:spcBef>
        <a:buClr>
          <a:schemeClr val="accent4"/>
        </a:buClr>
        <a:buFont typeface="Wingdings 2"/>
        <a:buChar char="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/>
              <a:t>太空“菜园”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zh-CN" altLang="en-US" sz="2800" dirty="0" smtClean="0"/>
              <a:t>太空植物</a:t>
            </a:r>
            <a:endParaRPr lang="zh-CN" altLang="en-US" sz="2800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smtClean="0"/>
              <a:t>太空植物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6204846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:dissolve/>
      </p:transition>
    </mc:Choice>
    <mc:Fallback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太空辣椒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zh-CN" altLang="en-US" dirty="0"/>
              <a:t>　“辣椒的维生素</a:t>
            </a:r>
            <a:r>
              <a:rPr lang="en-US" altLang="zh-CN" dirty="0"/>
              <a:t>C</a:t>
            </a:r>
            <a:r>
              <a:rPr lang="zh-CN" altLang="en-US" dirty="0"/>
              <a:t>含量比较高，甜椒、水果椒、菜椒等，吃起来口感清新；辣椒会开花，观赏度也高，气味清爽。</a:t>
            </a:r>
            <a:r>
              <a:rPr lang="zh-CN" altLang="en-US" dirty="0" smtClean="0"/>
              <a:t>”除此之外</a:t>
            </a:r>
            <a:r>
              <a:rPr lang="zh-CN" altLang="en-US" dirty="0"/>
              <a:t>，辣椒也比较适合在太空环境下种植，辣椒苗植株小，占空间少，枝丫较为坚挺，株型在微重力下支撑性较好。不仅如此，辣椒还比较“皮实”，抗逆性较好，容易成活</a:t>
            </a:r>
          </a:p>
        </p:txBody>
      </p:sp>
      <p:pic>
        <p:nvPicPr>
          <p:cNvPr id="6" name="内容占位符 5"/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56138" y="2686844"/>
            <a:ext cx="4038600" cy="2692400"/>
          </a:xfrm>
        </p:spPr>
      </p:pic>
      <p:sp>
        <p:nvSpPr>
          <p:cNvPr id="7" name="页脚占位符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smtClean="0"/>
              <a:t>太空植物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3996906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:dissolve/>
      </p:transition>
    </mc:Choice>
    <mc:Fallback>
      <p:transition spd="slow">
        <p:dissolv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72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太空南瓜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zh-CN" altLang="en-US" dirty="0"/>
              <a:t> 太空南瓜是将南瓜的种子用飞船带到太空去，经过太空失重的环境以及太空中特殊射线和带电粒子的撞击，用太空的特殊环境使得南瓜的基因发生变异。现在这种太空植物渐渐的多了起来，他们颠覆了以往的植物概念，有的繁殖力特别强，有的抗病虫害能力特别强，有的则像太空南瓜这样，生长特别快。这种南瓜可以以每天</a:t>
            </a:r>
            <a:r>
              <a:rPr lang="en-US" altLang="zh-CN" dirty="0"/>
              <a:t>5</a:t>
            </a:r>
            <a:r>
              <a:rPr lang="zh-CN" altLang="en-US" dirty="0"/>
              <a:t>公斤的速度生长，最大可长到</a:t>
            </a:r>
            <a:r>
              <a:rPr lang="en-US" altLang="zh-CN" dirty="0"/>
              <a:t>150</a:t>
            </a:r>
            <a:r>
              <a:rPr lang="zh-CN" altLang="en-US" dirty="0" smtClean="0"/>
              <a:t>公斤</a:t>
            </a:r>
            <a:r>
              <a:rPr lang="zh-CN" altLang="en-US" dirty="0"/>
              <a:t>。</a:t>
            </a:r>
          </a:p>
        </p:txBody>
      </p:sp>
      <p:pic>
        <p:nvPicPr>
          <p:cNvPr id="6" name="内容占位符 5"/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76056" y="2748044"/>
            <a:ext cx="3407940" cy="2169722"/>
          </a:xfrm>
        </p:spPr>
      </p:pic>
      <p:sp>
        <p:nvSpPr>
          <p:cNvPr id="7" name="页脚占位符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smtClean="0"/>
              <a:t>太空植物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2902404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:dissolve/>
      </p:transition>
    </mc:Choice>
    <mc:Fallback>
      <p:transition spd="slow">
        <p:dissolv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72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穿越">
  <a:themeElements>
    <a:clrScheme name="穿越">
      <a:dk1>
        <a:sysClr val="windowText" lastClr="000000"/>
      </a:dk1>
      <a:lt1>
        <a:sysClr val="window" lastClr="FFFFFF"/>
      </a:lt1>
      <a:dk2>
        <a:srgbClr val="4E5B6F"/>
      </a:dk2>
      <a:lt2>
        <a:srgbClr val="D6ECFF"/>
      </a:lt2>
      <a:accent1>
        <a:srgbClr val="7FD13B"/>
      </a:accent1>
      <a:accent2>
        <a:srgbClr val="EA157A"/>
      </a:accent2>
      <a:accent3>
        <a:srgbClr val="FEB80A"/>
      </a:accent3>
      <a:accent4>
        <a:srgbClr val="00ADDC"/>
      </a:accent4>
      <a:accent5>
        <a:srgbClr val="738AC8"/>
      </a:accent5>
      <a:accent6>
        <a:srgbClr val="1AB39F"/>
      </a:accent6>
      <a:hlink>
        <a:srgbClr val="EB8803"/>
      </a:hlink>
      <a:folHlink>
        <a:srgbClr val="5F7791"/>
      </a:folHlink>
    </a:clrScheme>
    <a:fontScheme name="穿越">
      <a:majorFont>
        <a:latin typeface="Consolas"/>
        <a:ea typeface=""/>
        <a:cs typeface=""/>
        <a:font script="Jpan" typeface="HG丸ｺﾞｼｯｸM-PRO"/>
        <a:font script="Hang" typeface="HY중고딕"/>
        <a:font script="Hans" typeface="华文楷体"/>
        <a:font script="Hant" typeface="新細明體"/>
        <a:font script="Arab" typeface="Tahoma"/>
        <a:font script="Hebr" typeface="Levenim MT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/>
        <a:ea typeface=""/>
        <a:cs typeface=""/>
        <a:font script="Jpan" typeface="HGｺﾞｼｯｸM"/>
        <a:font script="Hang" typeface="맑은 고딕"/>
        <a:font script="Hans" typeface="宋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穿越">
      <a:fillStyleLst>
        <a:solidFill>
          <a:schemeClr val="phClr"/>
        </a:solidFill>
        <a:gradFill rotWithShape="1">
          <a:gsLst>
            <a:gs pos="0">
              <a:schemeClr val="phClr">
                <a:tint val="25000"/>
                <a:satMod val="125000"/>
              </a:schemeClr>
            </a:gs>
            <a:gs pos="40000">
              <a:schemeClr val="phClr">
                <a:tint val="55000"/>
                <a:satMod val="130000"/>
              </a:schemeClr>
            </a:gs>
            <a:gs pos="50000">
              <a:schemeClr val="phClr">
                <a:tint val="59000"/>
                <a:satMod val="130000"/>
              </a:schemeClr>
            </a:gs>
            <a:gs pos="65000">
              <a:schemeClr val="phClr">
                <a:tint val="55000"/>
                <a:satMod val="130000"/>
              </a:schemeClr>
            </a:gs>
            <a:gs pos="100000">
              <a:schemeClr val="phClr">
                <a:tint val="20000"/>
                <a:satMod val="12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48000"/>
                <a:satMod val="138000"/>
              </a:schemeClr>
            </a:gs>
            <a:gs pos="25000">
              <a:schemeClr val="phClr">
                <a:tint val="85000"/>
              </a:schemeClr>
            </a:gs>
            <a:gs pos="40000">
              <a:schemeClr val="phClr">
                <a:tint val="92000"/>
              </a:schemeClr>
            </a:gs>
            <a:gs pos="50000">
              <a:schemeClr val="phClr">
                <a:tint val="93000"/>
              </a:schemeClr>
            </a:gs>
            <a:gs pos="60000">
              <a:schemeClr val="phClr">
                <a:tint val="92000"/>
              </a:schemeClr>
            </a:gs>
            <a:gs pos="75000">
              <a:schemeClr val="phClr">
                <a:tint val="83000"/>
                <a:satMod val="108000"/>
              </a:schemeClr>
            </a:gs>
            <a:gs pos="100000">
              <a:schemeClr val="phClr">
                <a:tint val="48000"/>
                <a:satMod val="150000"/>
              </a:schemeClr>
            </a:gs>
          </a:gsLst>
          <a:lin ang="5400000" scaled="0"/>
        </a:gradFill>
      </a:fillStyleLst>
      <a:lnStyleLst>
        <a:ln w="12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glow rad="63500">
              <a:schemeClr val="phClr">
                <a:alpha val="45000"/>
                <a:satMod val="120000"/>
              </a:schemeClr>
            </a:glow>
          </a:effectLst>
        </a:effectStyle>
        <a:effectStyle>
          <a:effectLst>
            <a:glow rad="63500">
              <a:schemeClr val="phClr">
                <a:alpha val="45000"/>
                <a:satMod val="120000"/>
              </a:schemeClr>
            </a:glow>
          </a:effectLst>
          <a:scene3d>
            <a:camera prst="orthographicFront" fov="0">
              <a:rot lat="0" lon="0" rev="0"/>
            </a:camera>
            <a:lightRig rig="brightRoom" dir="tl">
              <a:rot lat="0" lon="0" rev="8700000"/>
            </a:lightRig>
          </a:scene3d>
          <a:sp3d>
            <a:bevelT w="0" h="0"/>
            <a:contourClr>
              <a:schemeClr val="phClr">
                <a:tint val="70000"/>
              </a:schemeClr>
            </a:contourClr>
          </a:sp3d>
        </a:effectStyle>
        <a:effectStyle>
          <a:effectLst>
            <a:glow rad="101500">
              <a:schemeClr val="phClr">
                <a:alpha val="42000"/>
                <a:satMod val="120000"/>
              </a:schemeClr>
            </a:glow>
          </a:effectLst>
          <a:scene3d>
            <a:camera prst="orthographicFront" fov="0">
              <a:rot lat="0" lon="0" rev="0"/>
            </a:camera>
            <a:lightRig rig="glow" dir="t">
              <a:rot lat="0" lon="0" rev="4800000"/>
            </a:lightRig>
          </a:scene3d>
          <a:sp3d prstMaterial="powder">
            <a:bevelT w="50800" h="50800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bg1">
                <a:shade val="100000"/>
                <a:satMod val="150000"/>
              </a:schemeClr>
            </a:gs>
            <a:gs pos="65000">
              <a:schemeClr val="bg1">
                <a:shade val="90000"/>
                <a:satMod val="375000"/>
              </a:schemeClr>
            </a:gs>
            <a:gs pos="100000">
              <a:schemeClr val="phClr">
                <a:tint val="88000"/>
                <a:satMod val="400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40000"/>
                <a:satMod val="180000"/>
              </a:schemeClr>
              <a:schemeClr val="phClr">
                <a:tint val="90000"/>
                <a:satMod val="200000"/>
              </a:schemeClr>
            </a:duotone>
          </a:blip>
          <a:tile tx="0" ty="0" sx="80000" sy="8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Metro</Template>
  <TotalTime>38</TotalTime>
  <Words>14</Words>
  <Application>Microsoft Office PowerPoint</Application>
  <PresentationFormat>全屏显示(4:3)</PresentationFormat>
  <Paragraphs>9</Paragraphs>
  <Slides>3</Slides>
  <Notes>0</Notes>
  <HiddenSlides>0</HiddenSlides>
  <MMClips>0</MMClips>
  <ScaleCrop>false</ScaleCrop>
  <HeadingPairs>
    <vt:vector size="4" baseType="variant"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4" baseType="lpstr">
      <vt:lpstr>穿越</vt:lpstr>
      <vt:lpstr>太空“菜园”</vt:lpstr>
      <vt:lpstr>太空辣椒</vt:lpstr>
      <vt:lpstr>太空南瓜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元宇宙</dc:title>
  <dc:creator>Administrator</dc:creator>
  <cp:lastModifiedBy>Administrator</cp:lastModifiedBy>
  <cp:revision>6</cp:revision>
  <dcterms:created xsi:type="dcterms:W3CDTF">2021-12-06T01:09:06Z</dcterms:created>
  <dcterms:modified xsi:type="dcterms:W3CDTF">2021-12-15T10:32:09Z</dcterms:modified>
</cp:coreProperties>
</file>
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4" d="100"/>
          <a:sy n="94" d="100"/>
        </p:scale>
        <p:origin x="-108" y="-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太空“菜园”</a:t>
            </a:r>
          </a:p>
        </p:txBody>
      </p:sp>
    </p:spTree>
    <p:extLst>
      <p:ext uri="{BB962C8B-B14F-4D97-AF65-F5344CB8AC3E}">
        <p14:creationId xmlns:p14="http://schemas.microsoft.com/office/powerpoint/2010/main" val="3662048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　“辣椒的维生素</a:t>
            </a:r>
            <a:r>
              <a:rPr lang="en-US" altLang="zh-CN" dirty="0"/>
              <a:t>C</a:t>
            </a:r>
            <a:r>
              <a:rPr lang="zh-CN" altLang="en-US" dirty="0"/>
              <a:t>含量比较高，甜椒、水果椒、菜椒等，吃起来口感清新；辣椒会开花，观赏度也高，气味清爽。</a:t>
            </a:r>
            <a:r>
              <a:rPr lang="zh-CN" altLang="en-US" dirty="0" smtClean="0"/>
              <a:t>”除此之外</a:t>
            </a:r>
            <a:r>
              <a:rPr lang="zh-CN" altLang="en-US" dirty="0"/>
              <a:t>，辣椒也比较适合在太空环境下种植，辣椒苗植株小，占空间少，枝丫较为坚挺，株型在微重力下支撑性较好。不仅如此，辣椒还比较“皮实”，抗逆性较好，容易成活</a:t>
            </a:r>
          </a:p>
        </p:txBody>
      </p:sp>
    </p:spTree>
    <p:extLst>
      <p:ext uri="{BB962C8B-B14F-4D97-AF65-F5344CB8AC3E}">
        <p14:creationId xmlns:p14="http://schemas.microsoft.com/office/powerpoint/2010/main" val="1139969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 太空南瓜是将南瓜的种子用飞船带到太空去，经过太空失重的环境以及太空中特殊射线和带电粒子的撞击，用太空的特殊环境使得南瓜的基因发生变异。现在这种太空植物渐渐的多了起来，他们颠覆了以往的植物概念，有的繁殖力特别强，有的抗病虫害能力特别强，有的则像太空南瓜这样，生长特别快。这种南瓜可以以每天</a:t>
            </a:r>
            <a:r>
              <a:rPr lang="en-US" altLang="zh-CN" dirty="0"/>
              <a:t>5</a:t>
            </a:r>
            <a:r>
              <a:rPr lang="zh-CN" altLang="en-US" dirty="0"/>
              <a:t>公斤的速度生长，最大可长到</a:t>
            </a:r>
            <a:r>
              <a:rPr lang="en-US" altLang="zh-CN" dirty="0"/>
              <a:t>150</a:t>
            </a:r>
            <a:r>
              <a:rPr lang="zh-CN" altLang="en-US" dirty="0" smtClean="0"/>
              <a:t>公斤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729024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</Words>
  <Application>Microsoft Office PowerPoint</Application>
  <PresentationFormat>全屏显示(4:3)</PresentationFormat>
  <Paragraphs>3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Office 主题</vt:lpstr>
      <vt:lpstr>太空“菜园”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元宇宙</dc:title>
  <dc:creator>Administrator</dc:creator>
  <cp:lastModifiedBy>Administrator</cp:lastModifiedBy>
  <cp:revision>4</cp:revision>
  <dcterms:created xsi:type="dcterms:W3CDTF">2021-12-06T01:09:06Z</dcterms:created>
  <dcterms:modified xsi:type="dcterms:W3CDTF">2021-12-06T04:15:29Z</dcterms:modified>
</cp:coreProperties>
</file>
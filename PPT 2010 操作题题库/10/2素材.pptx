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02" y="-54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2021/12/13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2021/12/13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2021/12/13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2021/12/13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2021/12/13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2021/12/13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2021/12/13</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5" name="内容占位符 4"/>
          <p:cNvSpPr>
            <a:spLocks noGrp="1"/>
          </p:cNvSpPr>
          <p:nvPr>
            <p:ph idx="1"/>
          </p:nvPr>
        </p:nvSpPr>
        <p:spPr/>
        <p:txBody>
          <a:bodyPr/>
          <a:lstStyle/>
          <a:p>
            <a:endParaRPr lang="zh-CN" altLang="en-US"/>
          </a:p>
        </p:txBody>
      </p:sp>
    </p:spTree>
    <p:extLst>
      <p:ext uri="{BB962C8B-B14F-4D97-AF65-F5344CB8AC3E}">
        <p14:creationId xmlns:p14="http://schemas.microsoft.com/office/powerpoint/2010/main" val="18281475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5" name="内容占位符 4"/>
          <p:cNvSpPr>
            <a:spLocks noGrp="1"/>
          </p:cNvSpPr>
          <p:nvPr>
            <p:ph sz="half" idx="1"/>
          </p:nvPr>
        </p:nvSpPr>
        <p:spPr/>
        <p:txBody>
          <a:bodyPr>
            <a:normAutofit fontScale="85000" lnSpcReduction="20000"/>
          </a:bodyPr>
          <a:lstStyle/>
          <a:p>
            <a:r>
              <a:rPr lang="en-US" altLang="zh-CN" dirty="0"/>
              <a:t>2021</a:t>
            </a:r>
            <a:r>
              <a:rPr lang="zh-CN" altLang="en-US" dirty="0"/>
              <a:t>年职业教育活动周全国启动仪式暨全国职业院校技能大赛系列活动在山东济南举行，主题为“技能：让生活更美好”，预计全国将有超过</a:t>
            </a:r>
            <a:r>
              <a:rPr lang="en-US" altLang="zh-CN" dirty="0"/>
              <a:t>1200</a:t>
            </a:r>
            <a:r>
              <a:rPr lang="zh-CN" altLang="en-US" dirty="0"/>
              <a:t>万职业院校师生参加。一些职业院校师生、企业负责人和专家表示，借近年来职业教育改革的“东风”，“技能成就出彩人生”已逐渐成为社会共识，我国职业教育发展展现一系列新律动。</a:t>
            </a:r>
            <a:endParaRPr lang="zh-CN" altLang="en-US" dirty="0"/>
          </a:p>
        </p:txBody>
      </p:sp>
      <p:sp>
        <p:nvSpPr>
          <p:cNvPr id="6" name="内容占位符 5"/>
          <p:cNvSpPr>
            <a:spLocks noGrp="1"/>
          </p:cNvSpPr>
          <p:nvPr>
            <p:ph sz="half" idx="2"/>
          </p:nvPr>
        </p:nvSpPr>
        <p:spPr/>
        <p:txBody>
          <a:bodyPr>
            <a:normAutofit fontScale="85000" lnSpcReduction="20000"/>
          </a:bodyPr>
          <a:lstStyle/>
          <a:p>
            <a:endParaRPr lang="zh-CN" altLang="en-US"/>
          </a:p>
        </p:txBody>
      </p:sp>
    </p:spTree>
    <p:extLst>
      <p:ext uri="{BB962C8B-B14F-4D97-AF65-F5344CB8AC3E}">
        <p14:creationId xmlns:p14="http://schemas.microsoft.com/office/powerpoint/2010/main" val="403655325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83</Words>
  <Application>Microsoft Office PowerPoint</Application>
  <PresentationFormat>全屏显示(4:3)</PresentationFormat>
  <Paragraphs>1</Paragraphs>
  <Slides>2</Slides>
  <Notes>0</Notes>
  <HiddenSlides>0</HiddenSlides>
  <MMClips>0</MMClips>
  <ScaleCrop>false</ScaleCrop>
  <HeadingPairs>
    <vt:vector size="4" baseType="variant">
      <vt:variant>
        <vt:lpstr>主题</vt:lpstr>
      </vt:variant>
      <vt:variant>
        <vt:i4>1</vt:i4>
      </vt:variant>
      <vt:variant>
        <vt:lpstr>幻灯片标题</vt:lpstr>
      </vt:variant>
      <vt:variant>
        <vt:i4>2</vt:i4>
      </vt:variant>
    </vt:vector>
  </HeadingPairs>
  <TitlesOfParts>
    <vt:vector size="3" baseType="lpstr">
      <vt:lpstr>Office 主题</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2</cp:revision>
  <dcterms:created xsi:type="dcterms:W3CDTF">2021-12-13T10:45:08Z</dcterms:created>
  <dcterms:modified xsi:type="dcterms:W3CDTF">2021-12-13T11:31:21Z</dcterms:modified>
</cp:coreProperties>
</file>
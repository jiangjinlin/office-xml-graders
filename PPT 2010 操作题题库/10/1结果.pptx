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9" d="100"/>
          <a:sy n="79" d="100"/>
        </p:scale>
        <p:origin x="-78" y="-70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标题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zh-CN" altLang="en-US" smtClean="0"/>
              <a:t>单击此处编辑母版标题样式</a:t>
            </a:r>
            <a:endParaRPr kumimoji="0" lang="en-US"/>
          </a:p>
        </p:txBody>
      </p:sp>
      <p:sp>
        <p:nvSpPr>
          <p:cNvPr id="28" name="日期占位符 27"/>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17" name="页脚占位符 16"/>
          <p:cNvSpPr>
            <a:spLocks noGrp="1"/>
          </p:cNvSpPr>
          <p:nvPr>
            <p:ph type="ftr" sz="quarter" idx="11"/>
          </p:nvPr>
        </p:nvSpPr>
        <p:spPr/>
        <p:txBody>
          <a:bodyPr/>
          <a:lstStyle/>
          <a:p>
            <a:endParaRPr lang="zh-CN" altLang="en-US"/>
          </a:p>
        </p:txBody>
      </p:sp>
      <p:sp>
        <p:nvSpPr>
          <p:cNvPr id="29" name="灯片编号占位符 28"/>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副标题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CN" altLang="en-US" smtClean="0"/>
              <a:t>单击此处编辑母版副标题样式</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idx="1"/>
          </p:nvPr>
        </p:nvSpPr>
        <p:spPr/>
        <p:txBody>
          <a:body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Ref idx="1003">
        <a:schemeClr val="bg2"/>
      </p:bgRef>
    </p:bg>
    <p:spTree>
      <p:nvGrpSpPr>
        <p:cNvPr id="1" name=""/>
        <p:cNvGrpSpPr/>
        <p:nvPr/>
      </p:nvGrpSpPr>
      <p:grpSpPr>
        <a:xfrm>
          <a:off x="0" y="0"/>
          <a:ext cx="0" cy="0"/>
          <a:chOff x="0" y="0"/>
          <a:chExt cx="0" cy="0"/>
        </a:xfrm>
      </p:grpSpPr>
      <p:sp>
        <p:nvSpPr>
          <p:cNvPr id="2" name="标题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CN" altLang="en-US" smtClean="0"/>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a:xfrm>
            <a:off x="7924800" y="6416675"/>
            <a:ext cx="762000" cy="365125"/>
          </a:xfrm>
        </p:spPr>
        <p:txBody>
          <a:bodyPr/>
          <a:lstStyle/>
          <a:p>
            <a:fld id="{0C913308-F349-4B6D-A68A-DD1791B4A57B}" type="slidenum">
              <a:rPr lang="zh-CN" altLang="en-US" smtClean="0"/>
              <a:t>‹#›</a:t>
            </a:fld>
            <a:endParaRPr lang="zh-CN"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内容占位符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内容占位符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8229600" cy="1143000"/>
          </a:xfrm>
        </p:spPr>
        <p:txBody>
          <a:bodyPr anchor="ctr"/>
          <a:lstStyle>
            <a:lvl1pPr>
              <a:defRPr/>
            </a:lvl1pPr>
          </a:lstStyle>
          <a:p>
            <a:r>
              <a:rPr kumimoji="0" lang="zh-CN" altLang="en-US" smtClean="0"/>
              <a:t>单击此处编辑母版标题样式</a:t>
            </a:r>
            <a:endParaRPr kumimoji="0" lang="en-US"/>
          </a:p>
        </p:txBody>
      </p:sp>
      <p:sp>
        <p:nvSpPr>
          <p:cNvPr id="3" name="文本占位符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4" name="文本占位符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CN" altLang="en-US" smtClean="0"/>
              <a:t>单击此处编辑母版文本样式</a:t>
            </a:r>
          </a:p>
        </p:txBody>
      </p:sp>
      <p:sp>
        <p:nvSpPr>
          <p:cNvPr id="5" name="内容占位符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6" name="内容占位符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7" name="日期占位符 6"/>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zh-CN" altLang="en-US" smtClean="0"/>
              <a:t>单击此处编辑母版标题样式</a:t>
            </a:r>
            <a:endParaRPr kumimoji="0" lang="en-US"/>
          </a:p>
        </p:txBody>
      </p:sp>
      <p:sp>
        <p:nvSpPr>
          <p:cNvPr id="3" name="文本占位符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zh-CN" altLang="en-US" smtClean="0"/>
              <a:t>单击此处编辑母版文本样式</a:t>
            </a:r>
          </a:p>
        </p:txBody>
      </p:sp>
      <p:sp>
        <p:nvSpPr>
          <p:cNvPr id="4" name="内容占位符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zh-CN" altLang="en-US" smtClean="0"/>
              <a:t>单击此处编辑母版标题样式</a:t>
            </a:r>
            <a:endParaRPr kumimoji="0" lang="en-US"/>
          </a:p>
        </p:txBody>
      </p:sp>
      <p:sp>
        <p:nvSpPr>
          <p:cNvPr id="3" name="图片占位符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zh-CN" altLang="en-US" smtClean="0">
                <a:solidFill>
                  <a:schemeClr val="lt1"/>
                </a:solidFill>
                <a:latin typeface="+mn-lt"/>
                <a:ea typeface="+mn-ea"/>
                <a:cs typeface="+mn-cs"/>
              </a:rPr>
              <a:t>单击图标添加图片</a:t>
            </a:r>
            <a:endParaRPr kumimoji="0" lang="en-US" dirty="0">
              <a:solidFill>
                <a:schemeClr val="lt1"/>
              </a:solidFill>
              <a:latin typeface="+mn-lt"/>
              <a:ea typeface="+mn-ea"/>
              <a:cs typeface="+mn-cs"/>
            </a:endParaRPr>
          </a:p>
        </p:txBody>
      </p:sp>
      <p:sp>
        <p:nvSpPr>
          <p:cNvPr id="4" name="文本占位符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zh-CN" altLang="en-US" smtClean="0"/>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kumimoji="0" lang="zh-CN" altLang="en-US" smtClean="0"/>
              <a:t>单击此处编辑母版标题样式</a:t>
            </a:r>
            <a:endParaRPr kumimoji="0" lang="en-US"/>
          </a:p>
        </p:txBody>
      </p:sp>
      <p:sp>
        <p:nvSpPr>
          <p:cNvPr id="3" name="竖排文字占位符 2"/>
          <p:cNvSpPr>
            <a:spLocks noGrp="1"/>
          </p:cNvSpPr>
          <p:nvPr>
            <p:ph type="body" orient="vert" idx="1"/>
          </p:nvPr>
        </p:nvSpPr>
        <p:spPr>
          <a:xfrm>
            <a:off x="457200" y="274638"/>
            <a:ext cx="6019800" cy="5851525"/>
          </a:xfrm>
        </p:spPr>
        <p:txBody>
          <a:bodyPr vert="eaVert"/>
          <a:lstStyle/>
          <a:p>
            <a:pPr lvl="0" eaLnBrk="1" latinLnBrk="0" hangingPunct="1"/>
            <a:r>
              <a:rPr lang="zh-CN" altLang="en-US" smtClean="0"/>
              <a:t>单击此处编辑母版文本样式</a:t>
            </a:r>
          </a:p>
          <a:p>
            <a:pPr lvl="1" eaLnBrk="1" latinLnBrk="0" hangingPunct="1"/>
            <a:r>
              <a:rPr lang="zh-CN" altLang="en-US" smtClean="0"/>
              <a:t>第二级</a:t>
            </a:r>
          </a:p>
          <a:p>
            <a:pPr lvl="2" eaLnBrk="1" latinLnBrk="0" hangingPunct="1"/>
            <a:r>
              <a:rPr lang="zh-CN" altLang="en-US" smtClean="0"/>
              <a:t>第三级</a:t>
            </a:r>
          </a:p>
          <a:p>
            <a:pPr lvl="3" eaLnBrk="1" latinLnBrk="0" hangingPunct="1"/>
            <a:r>
              <a:rPr lang="zh-CN" altLang="en-US" smtClean="0"/>
              <a:t>第四级</a:t>
            </a:r>
          </a:p>
          <a:p>
            <a:pPr lvl="4" eaLnBrk="1" latinLnBrk="0" hangingPunct="1"/>
            <a:r>
              <a:rPr lang="zh-CN" altLang="en-US" smtClean="0"/>
              <a:t>第五级</a:t>
            </a:r>
            <a:endParaRPr kumimoji="0" lang="en-US"/>
          </a:p>
        </p:txBody>
      </p:sp>
      <p:sp>
        <p:nvSpPr>
          <p:cNvPr id="4" name="日期占位符 3"/>
          <p:cNvSpPr>
            <a:spLocks noGrp="1"/>
          </p:cNvSpPr>
          <p:nvPr>
            <p:ph type="dt" sz="half" idx="10"/>
          </p:nvPr>
        </p:nvSpPr>
        <p:spPr/>
        <p:txBody>
          <a:bodyPr/>
          <a:lstStyle/>
          <a:p>
            <a:fld id="{530820CF-B880-4189-942D-D702A7CBA730}" type="datetimeFigureOut">
              <a:rPr lang="zh-CN" altLang="en-US" smtClean="0"/>
              <a:t>2021/12/16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标题占位符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zh-CN" altLang="en-US" smtClean="0"/>
              <a:t>单击此处编辑母版标题样式</a:t>
            </a:r>
            <a:endParaRPr kumimoji="0" lang="en-US"/>
          </a:p>
        </p:txBody>
      </p:sp>
      <p:sp>
        <p:nvSpPr>
          <p:cNvPr id="13" name="文本占位符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zh-CN" altLang="en-US" smtClean="0"/>
              <a:t>单击此处编辑母版文本样式</a:t>
            </a:r>
          </a:p>
          <a:p>
            <a:pPr lvl="1" eaLnBrk="1" latinLnBrk="0" hangingPunct="1"/>
            <a:r>
              <a:rPr kumimoji="0" lang="zh-CN" altLang="en-US" smtClean="0"/>
              <a:t>第二级</a:t>
            </a:r>
          </a:p>
          <a:p>
            <a:pPr lvl="2" eaLnBrk="1" latinLnBrk="0" hangingPunct="1"/>
            <a:r>
              <a:rPr kumimoji="0" lang="zh-CN" altLang="en-US" smtClean="0"/>
              <a:t>第三级</a:t>
            </a:r>
          </a:p>
          <a:p>
            <a:pPr lvl="3" eaLnBrk="1" latinLnBrk="0" hangingPunct="1"/>
            <a:r>
              <a:rPr kumimoji="0" lang="zh-CN" altLang="en-US" smtClean="0"/>
              <a:t>第四级</a:t>
            </a:r>
          </a:p>
          <a:p>
            <a:pPr lvl="4" eaLnBrk="1" latinLnBrk="0" hangingPunct="1"/>
            <a:r>
              <a:rPr kumimoji="0" lang="zh-CN" altLang="en-US" smtClean="0"/>
              <a:t>第五级</a:t>
            </a:r>
            <a:endParaRPr kumimoji="0" lang="en-US"/>
          </a:p>
        </p:txBody>
      </p:sp>
      <p:sp>
        <p:nvSpPr>
          <p:cNvPr id="14" name="日期占位符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530820CF-B880-4189-942D-D702A7CBA730}" type="datetimeFigureOut">
              <a:rPr lang="zh-CN" altLang="en-US" smtClean="0"/>
              <a:t>2021/12/16</a:t>
            </a:fld>
            <a:endParaRPr lang="zh-CN" altLang="en-US"/>
          </a:p>
        </p:txBody>
      </p:sp>
      <p:sp>
        <p:nvSpPr>
          <p:cNvPr id="3" name="页脚占位符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zh-CN" altLang="en-US"/>
          </a:p>
        </p:txBody>
      </p:sp>
      <p:sp>
        <p:nvSpPr>
          <p:cNvPr id="23" name="灯片编号占位符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zh-CN" sz="6000" dirty="0">
                <a:latin typeface="华文新魏" pitchFamily="2" charset="-122"/>
                <a:ea typeface="华文新魏" pitchFamily="2" charset="-122"/>
              </a:rPr>
              <a:t>技能成就出彩人生</a:t>
            </a:r>
            <a:endParaRPr lang="zh-CN" altLang="en-US" sz="6000" dirty="0">
              <a:latin typeface="华文新魏" pitchFamily="2" charset="-122"/>
              <a:ea typeface="华文新魏" pitchFamily="2" charset="-122"/>
            </a:endParaRPr>
          </a:p>
        </p:txBody>
      </p:sp>
      <p:sp>
        <p:nvSpPr>
          <p:cNvPr id="3" name="副标题 2"/>
          <p:cNvSpPr>
            <a:spLocks noGrp="1"/>
          </p:cNvSpPr>
          <p:nvPr>
            <p:ph type="subTitle" idx="1"/>
          </p:nvPr>
        </p:nvSpPr>
        <p:spPr/>
        <p:txBody>
          <a:bodyPr>
            <a:normAutofit/>
          </a:bodyPr>
          <a:lstStyle/>
          <a:p>
            <a:r>
              <a:rPr lang="zh-CN" altLang="zh-CN" sz="3400" dirty="0" smtClean="0">
                <a:latin typeface="华文行楷" pitchFamily="2" charset="-122"/>
                <a:ea typeface="华文行楷" pitchFamily="2" charset="-122"/>
              </a:rPr>
              <a:t>看职业教育发展新律动</a:t>
            </a:r>
            <a:endParaRPr lang="zh-CN" altLang="en-US" sz="3400" dirty="0">
              <a:latin typeface="华文行楷" pitchFamily="2" charset="-122"/>
              <a:ea typeface="华文行楷" pitchFamily="2" charset="-122"/>
            </a:endParaRPr>
          </a:p>
        </p:txBody>
      </p:sp>
    </p:spTree>
    <p:extLst>
      <p:ext uri="{BB962C8B-B14F-4D97-AF65-F5344CB8AC3E}">
        <p14:creationId xmlns:p14="http://schemas.microsoft.com/office/powerpoint/2010/main" val="1828147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zh-CN" dirty="0"/>
              <a:t>全国职业院校技能大赛</a:t>
            </a:r>
            <a:endParaRPr lang="zh-CN" altLang="en-US" dirty="0"/>
          </a:p>
        </p:txBody>
      </p:sp>
      <p:sp>
        <p:nvSpPr>
          <p:cNvPr id="5" name="内容占位符 4"/>
          <p:cNvSpPr>
            <a:spLocks noGrp="1"/>
          </p:cNvSpPr>
          <p:nvPr>
            <p:ph sz="half" idx="1"/>
          </p:nvPr>
        </p:nvSpPr>
        <p:spPr/>
        <p:txBody>
          <a:bodyPr>
            <a:normAutofit fontScale="92500" lnSpcReduction="20000"/>
          </a:bodyPr>
          <a:lstStyle/>
          <a:p>
            <a:r>
              <a:rPr lang="en-US" altLang="zh-CN" dirty="0"/>
              <a:t>2021</a:t>
            </a:r>
            <a:r>
              <a:rPr lang="zh-CN" altLang="en-US" dirty="0"/>
              <a:t>年职业教育活动周全国启动仪式暨全国职业院校技能大赛系列活动在山东济南举行，主题为“技能：让生活更美好”，预计全国将有超过</a:t>
            </a:r>
            <a:r>
              <a:rPr lang="en-US" altLang="zh-CN" dirty="0"/>
              <a:t>1200</a:t>
            </a:r>
            <a:r>
              <a:rPr lang="zh-CN" altLang="en-US" dirty="0"/>
              <a:t>万职业院校师生参加。一些职业院校师生、企业负责人和专家表示，借近年来职业教育改革的“东风”，“技能成就出彩人生”已逐渐成为社会共识，我国职业教育发展展现一系列新律动。</a:t>
            </a:r>
          </a:p>
        </p:txBody>
      </p:sp>
      <p:pic>
        <p:nvPicPr>
          <p:cNvPr id="2" name="内容占位符 1"/>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4648200" y="2516981"/>
            <a:ext cx="4038600" cy="2692400"/>
          </a:xfrm>
        </p:spPr>
      </p:pic>
    </p:spTree>
    <p:extLst>
      <p:ext uri="{BB962C8B-B14F-4D97-AF65-F5344CB8AC3E}">
        <p14:creationId xmlns:p14="http://schemas.microsoft.com/office/powerpoint/2010/main" val="403655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fltVal val="0"/>
                                          </p:val>
                                        </p:tav>
                                        <p:tav tm="100000">
                                          <p:val>
                                            <p:strVal val="#ppt_w"/>
                                          </p:val>
                                        </p:tav>
                                      </p:tavLst>
                                    </p:anim>
                                    <p:anim calcmode="lin" valueType="num">
                                      <p:cBhvr>
                                        <p:cTn id="13" dur="1000" fill="hold"/>
                                        <p:tgtEl>
                                          <p:spTgt spid="2"/>
                                        </p:tgtEl>
                                        <p:attrNameLst>
                                          <p:attrName>ppt_h</p:attrName>
                                        </p:attrNameLst>
                                      </p:cBhvr>
                                      <p:tavLst>
                                        <p:tav tm="0">
                                          <p:val>
                                            <p:fltVal val="0"/>
                                          </p:val>
                                        </p:tav>
                                        <p:tav tm="100000">
                                          <p:val>
                                            <p:strVal val="#ppt_h"/>
                                          </p:val>
                                        </p:tav>
                                      </p:tavLst>
                                    </p:anim>
                                    <p:anim calcmode="lin" valueType="num">
                                      <p:cBhvr>
                                        <p:cTn id="14" dur="1000" fill="hold"/>
                                        <p:tgtEl>
                                          <p:spTgt spid="2"/>
                                        </p:tgtEl>
                                        <p:attrNameLst>
                                          <p:attrName>ppt_x</p:attrName>
                                        </p:attrNameLst>
                                      </p:cBhvr>
                                      <p:tavLst>
                                        <p:tav tm="0" fmla="#ppt_x+(cos(-2*pi*(1-$))*-#ppt_x-sin(-2*pi*(1-$))*(1-#ppt_y))*(1-$)">
                                          <p:val>
                                            <p:fltVal val="0"/>
                                          </p:val>
                                        </p:tav>
                                        <p:tav tm="100000">
                                          <p:val>
                                            <p:fltVal val="1"/>
                                          </p:val>
                                        </p:tav>
                                      </p:tavLst>
                                    </p:anim>
                                    <p:anim calcmode="lin" valueType="num">
                                      <p:cBhvr>
                                        <p:cTn id="15" dur="1000" fill="hold"/>
                                        <p:tgtEl>
                                          <p:spTgt spid="2"/>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zh-CN" dirty="0"/>
              <a:t>山东蓝翔技师学院的同学在展示蒙眼切菜技能</a:t>
            </a:r>
            <a:endParaRPr lang="zh-CN" altLang="en-US" dirty="0"/>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0606" y="1600200"/>
            <a:ext cx="7062787" cy="4708525"/>
          </a:xfrm>
        </p:spPr>
      </p:pic>
    </p:spTree>
    <p:extLst>
      <p:ext uri="{BB962C8B-B14F-4D97-AF65-F5344CB8AC3E}">
        <p14:creationId xmlns:p14="http://schemas.microsoft.com/office/powerpoint/2010/main" val="3349386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Scale>
                                      <p:cBhvr>
                                        <p:cTn id="7" dur="1000" decel="50000" fill="hold">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 dur="1000" decel="50000" fill="hold">
                                          <p:stCondLst>
                                            <p:cond delay="0"/>
                                          </p:stCondLst>
                                        </p:cTn>
                                        <p:tgtEl>
                                          <p:spTgt spid="4"/>
                                        </p:tgtEl>
                                        <p:attrNameLst>
                                          <p:attrName>ppt_x</p:attrName>
                                          <p:attrName>ppt_y</p:attrName>
                                        </p:attrNameLst>
                                      </p:cBhvr>
                                    </p:animMotion>
                                    <p:animEffect transition="in" filter="fade">
                                      <p:cBhvr>
                                        <p:cTn id="9" dur="10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顶峰">
  <a:themeElements>
    <a:clrScheme name="顶峰">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顶峰">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顶峰">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25</TotalTime>
  <Words>108</Words>
  <Application>Microsoft Office PowerPoint</Application>
  <PresentationFormat>全屏显示(4:3)</PresentationFormat>
  <Paragraphs>5</Paragraphs>
  <Slides>3</Slides>
  <Notes>0</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顶峰</vt:lpstr>
      <vt:lpstr>技能成就出彩人生</vt:lpstr>
      <vt:lpstr>全国职业院校技能大赛</vt:lpstr>
      <vt:lpstr>山东蓝翔技师学院的同学在展示蒙眼切菜技能</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3</cp:revision>
  <dcterms:created xsi:type="dcterms:W3CDTF">2021-12-13T10:45:08Z</dcterms:created>
  <dcterms:modified xsi:type="dcterms:W3CDTF">2021-12-16T03:37:05Z</dcterms:modified>
</cp:coreProperties>
</file>
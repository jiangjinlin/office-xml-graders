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2" y="-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09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zh-CN" altLang="en-US" dirty="0"/>
              <a:t>新华社北京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日电（李国利、邓孟）中国载人航天工程办公室透露，“天宫课堂”第一课定于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9</a:t>
            </a:r>
            <a:r>
              <a:rPr lang="zh-CN" altLang="en-US" dirty="0"/>
              <a:t>日</a:t>
            </a:r>
            <a:r>
              <a:rPr lang="en-US" altLang="zh-CN" dirty="0"/>
              <a:t>15</a:t>
            </a:r>
            <a:r>
              <a:rPr lang="zh-CN" altLang="en-US" dirty="0"/>
              <a:t>时</a:t>
            </a:r>
            <a:r>
              <a:rPr lang="en-US" altLang="zh-CN" dirty="0"/>
              <a:t>40</a:t>
            </a:r>
            <a:r>
              <a:rPr lang="zh-CN" altLang="en-US" dirty="0"/>
              <a:t>分开始，神舟十三号乘组航天员翟志刚、王亚平、叶光富将在空间站进行太空授课。</a:t>
            </a:r>
          </a:p>
          <a:p>
            <a:r>
              <a:rPr lang="zh-CN" altLang="en-US" dirty="0" smtClean="0"/>
              <a:t>本</a:t>
            </a:r>
            <a:r>
              <a:rPr lang="zh-CN" altLang="en-US" dirty="0"/>
              <a:t>次太空授课活动将采取天地互动方式进行，在中国科技馆设置地面主课堂，在广西南宁、四川汶川、香港、澳门设置地面分课堂。届时，</a:t>
            </a:r>
            <a:r>
              <a:rPr lang="en-US" altLang="zh-CN" dirty="0"/>
              <a:t>3</a:t>
            </a:r>
            <a:r>
              <a:rPr lang="zh-CN" altLang="en-US" dirty="0"/>
              <a:t>名航天员将在轨介绍展示中国空间站工作生活场景，演示微重力环境下细胞学实验、物体运动、液体表面张力等现象，并与地面课堂进行实时交流，传播载人航天知识，激发广大青少年对科学的兴趣</a:t>
            </a:r>
            <a:r>
              <a:rPr lang="zh-CN" altLang="en-US" dirty="0" smtClean="0"/>
              <a:t>。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678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142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3</cp:revision>
  <dcterms:created xsi:type="dcterms:W3CDTF">2021-12-13T10:05:44Z</dcterms:created>
  <dcterms:modified xsi:type="dcterms:W3CDTF">2021-12-13T10:34:09Z</dcterms:modified>
</cp:coreProperties>
</file>
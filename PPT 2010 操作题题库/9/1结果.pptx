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78" y="-7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任意多边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任意多边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zh-CN" sz="6000" dirty="0" smtClean="0">
                <a:latin typeface="隶书" pitchFamily="49" charset="-122"/>
                <a:ea typeface="隶书" pitchFamily="49" charset="-122"/>
              </a:rPr>
              <a:t>天宫课堂开讲啦</a:t>
            </a:r>
            <a:endParaRPr lang="zh-CN" altLang="en-US" sz="60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zh-CN" sz="3000" dirty="0">
                <a:latin typeface="华文中宋" pitchFamily="2" charset="-122"/>
                <a:ea typeface="华文中宋" pitchFamily="2" charset="-122"/>
              </a:rPr>
              <a:t>中国空间站首次太空授课</a:t>
            </a:r>
            <a:endParaRPr lang="zh-CN" altLang="en-US" sz="3000" dirty="0">
              <a:latin typeface="华文中宋" pitchFamily="2" charset="-122"/>
              <a:ea typeface="华文中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70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CN" altLang="en-US" dirty="0"/>
              <a:t>新华社北京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6</a:t>
            </a:r>
            <a:r>
              <a:rPr lang="zh-CN" altLang="en-US" dirty="0"/>
              <a:t>日电（李国利、邓孟）中国载人航天工程办公室透露，“天宫课堂”第一课定于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9</a:t>
            </a:r>
            <a:r>
              <a:rPr lang="zh-CN" altLang="en-US" dirty="0"/>
              <a:t>日</a:t>
            </a:r>
            <a:r>
              <a:rPr lang="en-US" altLang="zh-CN" dirty="0"/>
              <a:t>15</a:t>
            </a:r>
            <a:r>
              <a:rPr lang="zh-CN" altLang="en-US" dirty="0"/>
              <a:t>时</a:t>
            </a:r>
            <a:r>
              <a:rPr lang="en-US" altLang="zh-CN" dirty="0"/>
              <a:t>40</a:t>
            </a:r>
            <a:r>
              <a:rPr lang="zh-CN" altLang="en-US" dirty="0"/>
              <a:t>分开始，神舟十三号乘组航天员翟志刚、王亚平、叶光富将在空间站进行太空授课。</a:t>
            </a:r>
          </a:p>
          <a:p>
            <a:r>
              <a:rPr lang="zh-CN" altLang="en-US" dirty="0" smtClean="0"/>
              <a:t>本</a:t>
            </a:r>
            <a:r>
              <a:rPr lang="zh-CN" altLang="en-US" dirty="0"/>
              <a:t>次太空授课活动将采取天地互动方式进行，在中国科技馆设置地面主课堂，在广西南宁、四川汶川、香港、澳门设置地面分课堂。届时，</a:t>
            </a:r>
            <a:r>
              <a:rPr lang="en-US" altLang="zh-CN" dirty="0"/>
              <a:t>3</a:t>
            </a:r>
            <a:r>
              <a:rPr lang="zh-CN" altLang="en-US" dirty="0"/>
              <a:t>名航天员将在轨介绍展示中国空间站工作生活场景，演示微重力环境下细胞学实验、物体运动、液体表面张力等现象，并与地面课堂进行实时交流，传播载人航天知识，激发广大青少年对科学的兴趣</a:t>
            </a:r>
            <a:r>
              <a:rPr lang="zh-CN" altLang="en-US" dirty="0" smtClean="0"/>
              <a:t>。</a:t>
            </a:r>
          </a:p>
        </p:txBody>
      </p:sp>
      <p:pic>
        <p:nvPicPr>
          <p:cNvPr id="2" name="内容占位符 1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300" y="2991644"/>
            <a:ext cx="2438400" cy="1504950"/>
          </a:xfr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太空授课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167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2358231"/>
            <a:ext cx="4743450" cy="2771775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王</a:t>
            </a:r>
            <a:r>
              <a:rPr lang="zh-CN" altLang="zh-CN" dirty="0" smtClean="0"/>
              <a:t>亚平</a:t>
            </a:r>
            <a:r>
              <a:rPr lang="zh-CN" altLang="zh-CN" dirty="0"/>
              <a:t>制作太空欢乐球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593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</TotalTime>
  <Words>159</Words>
  <Application>Microsoft Office PowerPoint</Application>
  <PresentationFormat>全屏显示(4:3)</PresentationFormat>
  <Paragraphs>6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聚合</vt:lpstr>
      <vt:lpstr>天宫课堂开讲啦</vt:lpstr>
      <vt:lpstr>太空授课</vt:lpstr>
      <vt:lpstr>王亚平制作太空欢乐球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4</cp:revision>
  <dcterms:created xsi:type="dcterms:W3CDTF">2021-12-13T10:05:44Z</dcterms:created>
  <dcterms:modified xsi:type="dcterms:W3CDTF">2021-12-16T03:33:58Z</dcterms:modified>
</cp:coreProperties>
</file>
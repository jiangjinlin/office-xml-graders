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3"/>
    <p:sldId id="258" r:id="rId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1" d="100"/>
          <a:sy n="81" d="100"/>
        </p:scale>
        <p:origin x="-102" y="-49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449971-7D44-4727-92AB-A27AB40160A0}" type="datetimeFigureOut">
              <a:rPr lang="zh-CN" altLang="en-US" smtClean="0"/>
              <a:t>2021/12/15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97A410E-491D-4783-8C43-08C9A93930FE}" type="slidenum">
              <a:rPr lang="zh-CN" altLang="en-US" smtClean="0"/>
              <a:t>‹#›</a:t>
            </a:fld>
            <a:endParaRPr lang="zh-CN" altLang="en-US"/>
          </a:p>
        </p:txBody>
      </p:sp>
    </p:spTree>
    <p:extLst>
      <p:ext uri="{BB962C8B-B14F-4D97-AF65-F5344CB8AC3E}">
        <p14:creationId xmlns:p14="http://schemas.microsoft.com/office/powerpoint/2010/main" val="3402104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smtClean="0">
                <a:solidFill>
                  <a:schemeClr val="tx1"/>
                </a:solidFill>
                <a:effectLst/>
                <a:latin typeface="+mn-lt"/>
                <a:ea typeface="+mn-ea"/>
                <a:cs typeface="+mn-cs"/>
              </a:rPr>
              <a:t>元宇宙本身不是一种技术，而是一个理念和概念，它需要整合不同的新技术</a:t>
            </a:r>
            <a:endParaRPr lang="zh-CN" altLang="en-US"/>
          </a:p>
        </p:txBody>
      </p:sp>
      <p:sp>
        <p:nvSpPr>
          <p:cNvPr id="4" name="灯片编号占位符 3"/>
          <p:cNvSpPr>
            <a:spLocks noGrp="1"/>
          </p:cNvSpPr>
          <p:nvPr>
            <p:ph type="sldNum" sz="quarter" idx="10"/>
          </p:nvPr>
        </p:nvSpPr>
        <p:spPr/>
        <p:txBody>
          <a:bodyPr/>
          <a:lstStyle/>
          <a:p>
            <a:fld id="{897A410E-491D-4783-8C43-08C9A93930FE}" type="slidenum">
              <a:rPr lang="zh-CN" altLang="en-US" smtClean="0"/>
              <a:t>2</a:t>
            </a:fld>
            <a:endParaRPr lang="zh-CN" altLang="en-US"/>
          </a:p>
        </p:txBody>
      </p:sp>
    </p:spTree>
    <p:extLst>
      <p:ext uri="{BB962C8B-B14F-4D97-AF65-F5344CB8AC3E}">
        <p14:creationId xmlns:p14="http://schemas.microsoft.com/office/powerpoint/2010/main" val="332090325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8" name="TextBox 7"/>
          <p:cNvSpPr txBox="1"/>
          <p:nvPr/>
        </p:nvSpPr>
        <p:spPr>
          <a:xfrm>
            <a:off x="1828800" y="3159760"/>
            <a:ext cx="4572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777240" y="1219200"/>
            <a:ext cx="7543800" cy="2152650"/>
          </a:xfrm>
        </p:spPr>
        <p:txBody>
          <a:bodyPr>
            <a:noAutofit/>
          </a:bodyPr>
          <a:lstStyle>
            <a:lvl1pPr>
              <a:defRPr sz="6000">
                <a:solidFill>
                  <a:schemeClr val="tx1"/>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2133600" y="3375491"/>
            <a:ext cx="61722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15" name="Date Placeholder 14"/>
          <p:cNvSpPr>
            <a:spLocks noGrp="1"/>
          </p:cNvSpPr>
          <p:nvPr>
            <p:ph type="dt" sz="half" idx="10"/>
          </p:nvPr>
        </p:nvSpPr>
        <p:spPr/>
        <p:txBody>
          <a:bodyPr/>
          <a:lstStyle/>
          <a:p>
            <a:fld id="{D6FF2DC4-451F-4E3E-9E5F-7EF16EF12038}" type="datetime1">
              <a:rPr lang="zh-CN" altLang="en-US" smtClean="0"/>
              <a:t>2021/12/15</a:t>
            </a:fld>
            <a:endParaRPr lang="zh-CN" altLang="en-US"/>
          </a:p>
        </p:txBody>
      </p:sp>
      <p:sp>
        <p:nvSpPr>
          <p:cNvPr id="16" name="Slide Number Placeholder 15"/>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7" name="Footer Placeholder 16"/>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3" name="Title 12"/>
          <p:cNvSpPr>
            <a:spLocks noGrp="1"/>
          </p:cNvSpPr>
          <p:nvPr>
            <p:ph type="title"/>
          </p:nvPr>
        </p:nvSpPr>
        <p:spPr/>
        <p:txBody>
          <a:bodyPr/>
          <a:lstStyle/>
          <a:p>
            <a:r>
              <a:rPr lang="zh-CN" altLang="en-US" smtClean="0"/>
              <a:t>单击此处编辑母版标题样式</a:t>
            </a:r>
            <a:endParaRPr lang="en-US"/>
          </a:p>
        </p:txBody>
      </p:sp>
      <p:sp>
        <p:nvSpPr>
          <p:cNvPr id="14" name="Date Placeholder 13"/>
          <p:cNvSpPr>
            <a:spLocks noGrp="1"/>
          </p:cNvSpPr>
          <p:nvPr>
            <p:ph type="dt" sz="half" idx="10"/>
          </p:nvPr>
        </p:nvSpPr>
        <p:spPr/>
        <p:txBody>
          <a:bodyPr/>
          <a:lstStyle/>
          <a:p>
            <a:fld id="{DA6792E7-BCA7-4BC0-95B5-C109F9487C8D}" type="datetime1">
              <a:rPr lang="zh-CN" altLang="en-US" smtClean="0"/>
              <a:t>2021/12/15</a:t>
            </a:fld>
            <a:endParaRPr lang="zh-CN" altLang="en-US"/>
          </a:p>
        </p:txBody>
      </p:sp>
      <p:sp>
        <p:nvSpPr>
          <p:cNvPr id="15" name="Slide Number Placeholder 14"/>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6" name="Footer Placeholder 15"/>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TextBox 7"/>
          <p:cNvSpPr txBox="1"/>
          <p:nvPr/>
        </p:nvSpPr>
        <p:spPr>
          <a:xfrm>
            <a:off x="4267200" y="4074497"/>
            <a:ext cx="4572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4572000" y="4267368"/>
            <a:ext cx="37338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12" name="Date Placeholder 11"/>
          <p:cNvSpPr>
            <a:spLocks noGrp="1"/>
          </p:cNvSpPr>
          <p:nvPr>
            <p:ph type="dt" sz="half" idx="10"/>
          </p:nvPr>
        </p:nvSpPr>
        <p:spPr/>
        <p:txBody>
          <a:bodyPr/>
          <a:lstStyle/>
          <a:p>
            <a:fld id="{39E74C14-026C-4EAC-AAD9-3415889CDB49}" type="datetime1">
              <a:rPr lang="zh-CN" altLang="en-US" smtClean="0"/>
              <a:t>2021/12/15</a:t>
            </a:fld>
            <a:endParaRPr lang="zh-CN" altLang="en-US"/>
          </a:p>
        </p:txBody>
      </p:sp>
      <p:sp>
        <p:nvSpPr>
          <p:cNvPr id="13" name="Slide Number Placeholder 12"/>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4" name="Footer Placeholder 13"/>
          <p:cNvSpPr>
            <a:spLocks noGrp="1"/>
          </p:cNvSpPr>
          <p:nvPr>
            <p:ph type="ftr" sz="quarter" idx="12"/>
          </p:nvPr>
        </p:nvSpPr>
        <p:spPr/>
        <p:txBody>
          <a:bodyPr/>
          <a:lstStyle/>
          <a:p>
            <a:r>
              <a:rPr lang="zh-CN" altLang="en-US" smtClean="0"/>
              <a:t>元宇宙的特征与属性</a:t>
            </a:r>
            <a:endParaRPr lang="zh-CN" altLang="en-US"/>
          </a:p>
        </p:txBody>
      </p:sp>
      <p:sp>
        <p:nvSpPr>
          <p:cNvPr id="4" name="Title 3"/>
          <p:cNvSpPr>
            <a:spLocks noGrp="1"/>
          </p:cNvSpPr>
          <p:nvPr>
            <p:ph type="title"/>
          </p:nvPr>
        </p:nvSpPr>
        <p:spPr>
          <a:xfrm>
            <a:off x="2286000" y="1905000"/>
            <a:ext cx="603504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zh-CN" altLang="en-US" smtClean="0"/>
              <a:t>单击此处编辑母版标题样式</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41E478E6-E48E-4A6A-9AFE-454EC5C3C959}" type="datetime1">
              <a:rPr lang="zh-CN" altLang="en-US" smtClean="0"/>
              <a:t>2021/12/15</a:t>
            </a:fld>
            <a:endParaRPr lang="zh-CN" altLang="en-US"/>
          </a:p>
        </p:txBody>
      </p:sp>
      <p:sp>
        <p:nvSpPr>
          <p:cNvPr id="9" name="Slide Number Placeholder 8"/>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0" name="Footer Placeholder 9"/>
          <p:cNvSpPr>
            <a:spLocks noGrp="1"/>
          </p:cNvSpPr>
          <p:nvPr>
            <p:ph type="ftr" sz="quarter" idx="12"/>
          </p:nvPr>
        </p:nvSpPr>
        <p:spPr/>
        <p:txBody>
          <a:bodyPr/>
          <a:lstStyle/>
          <a:p>
            <a:r>
              <a:rPr lang="zh-CN" altLang="en-US" smtClean="0"/>
              <a:t>元宇宙的特征与属性</a:t>
            </a:r>
            <a:endParaRPr lang="zh-CN" altLang="en-US"/>
          </a:p>
        </p:txBody>
      </p:sp>
      <p:sp>
        <p:nvSpPr>
          <p:cNvPr id="11" name="Title 10"/>
          <p:cNvSpPr>
            <a:spLocks noGrp="1"/>
          </p:cNvSpPr>
          <p:nvPr>
            <p:ph type="title"/>
          </p:nvPr>
        </p:nvSpPr>
        <p:spPr/>
        <p:txBody>
          <a:bodyPr/>
          <a:lstStyle/>
          <a:p>
            <a:r>
              <a:rPr lang="zh-CN" altLang="en-US" smtClean="0"/>
              <a:t>单击此处编辑母版标题样式</a:t>
            </a:r>
            <a:endParaRPr lang="en-US" dirty="0"/>
          </a:p>
        </p:txBody>
      </p:sp>
      <p:sp>
        <p:nvSpPr>
          <p:cNvPr id="5" name="Content Placeholder 4"/>
          <p:cNvSpPr>
            <a:spLocks noGrp="1"/>
          </p:cNvSpPr>
          <p:nvPr>
            <p:ph sz="quarter" idx="13"/>
          </p:nvPr>
        </p:nvSpPr>
        <p:spPr>
          <a:xfrm>
            <a:off x="1344168" y="658368"/>
            <a:ext cx="3273552" cy="3429000"/>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Content Placeholder 6"/>
          <p:cNvSpPr>
            <a:spLocks noGrp="1"/>
          </p:cNvSpPr>
          <p:nvPr>
            <p:ph sz="quarter" idx="14"/>
          </p:nvPr>
        </p:nvSpPr>
        <p:spPr>
          <a:xfrm>
            <a:off x="5029200" y="658368"/>
            <a:ext cx="3273552" cy="343217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4112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1344168" y="1371600"/>
            <a:ext cx="32766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502920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5029200" y="1371600"/>
            <a:ext cx="3273552"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13" name="TextBox 12"/>
          <p:cNvSpPr txBox="1"/>
          <p:nvPr/>
        </p:nvSpPr>
        <p:spPr>
          <a:xfrm>
            <a:off x="105664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4780280" y="520192"/>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zh-CN" altLang="en-US" smtClean="0"/>
              <a:t>单击此处编辑母版标题样式</a:t>
            </a:r>
            <a:endParaRPr lang="en-US" dirty="0"/>
          </a:p>
        </p:txBody>
      </p:sp>
      <p:sp>
        <p:nvSpPr>
          <p:cNvPr id="14" name="Date Placeholder 13"/>
          <p:cNvSpPr>
            <a:spLocks noGrp="1"/>
          </p:cNvSpPr>
          <p:nvPr>
            <p:ph type="dt" sz="half" idx="10"/>
          </p:nvPr>
        </p:nvSpPr>
        <p:spPr/>
        <p:txBody>
          <a:bodyPr/>
          <a:lstStyle/>
          <a:p>
            <a:fld id="{90C82AEB-4188-4926-8B18-9D3FC3F6C028}" type="datetime1">
              <a:rPr lang="zh-CN" altLang="en-US" smtClean="0"/>
              <a:t>2021/12/15</a:t>
            </a:fld>
            <a:endParaRPr lang="zh-CN" altLang="en-US"/>
          </a:p>
        </p:txBody>
      </p:sp>
      <p:sp>
        <p:nvSpPr>
          <p:cNvPr id="15" name="Slide Number Placeholder 14"/>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6" name="Footer Placeholder 15"/>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smtClean="0"/>
              <a:t>单击此处编辑母版标题样式</a:t>
            </a:r>
            <a:endParaRPr lang="en-US"/>
          </a:p>
        </p:txBody>
      </p:sp>
      <p:sp>
        <p:nvSpPr>
          <p:cNvPr id="7" name="Date Placeholder 6"/>
          <p:cNvSpPr>
            <a:spLocks noGrp="1"/>
          </p:cNvSpPr>
          <p:nvPr>
            <p:ph type="dt" sz="half" idx="10"/>
          </p:nvPr>
        </p:nvSpPr>
        <p:spPr/>
        <p:txBody>
          <a:bodyPr/>
          <a:lstStyle/>
          <a:p>
            <a:fld id="{86BE24F2-1187-4579-AADD-50E9447214CF}" type="datetime1">
              <a:rPr lang="zh-CN" altLang="en-US" smtClean="0"/>
              <a:t>2021/12/15</a:t>
            </a:fld>
            <a:endParaRPr lang="zh-CN" altLang="en-US"/>
          </a:p>
        </p:txBody>
      </p:sp>
      <p:sp>
        <p:nvSpPr>
          <p:cNvPr id="8" name="Slide Number Placeholder 7"/>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9" name="Footer Placeholder 8"/>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1C2BE8C2-F9F1-45FF-A80E-94D183EFEC27}" type="datetime1">
              <a:rPr lang="zh-CN" altLang="en-US" smtClean="0"/>
              <a:t>2021/12/15</a:t>
            </a:fld>
            <a:endParaRPr lang="zh-CN" altLang="en-US"/>
          </a:p>
        </p:txBody>
      </p:sp>
      <p:sp>
        <p:nvSpPr>
          <p:cNvPr id="6" name="Slide Number Placeholder 5"/>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7" name="Footer Placeholder 6"/>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9" name="TextBox 8"/>
          <p:cNvSpPr txBox="1"/>
          <p:nvPr/>
        </p:nvSpPr>
        <p:spPr>
          <a:xfrm>
            <a:off x="5328920" y="1774588"/>
            <a:ext cx="4572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838200" y="685801"/>
            <a:ext cx="43434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5715000" y="685801"/>
            <a:ext cx="25908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5" name="Date Placeholder 14"/>
          <p:cNvSpPr>
            <a:spLocks noGrp="1"/>
          </p:cNvSpPr>
          <p:nvPr>
            <p:ph type="dt" sz="half" idx="10"/>
          </p:nvPr>
        </p:nvSpPr>
        <p:spPr/>
        <p:txBody>
          <a:bodyPr/>
          <a:lstStyle/>
          <a:p>
            <a:fld id="{A998FE24-4A34-4357-92AE-EDB5ECDB6FA1}" type="datetime1">
              <a:rPr lang="zh-CN" altLang="en-US" smtClean="0"/>
              <a:t>2021/12/15</a:t>
            </a:fld>
            <a:endParaRPr lang="zh-CN" altLang="en-US"/>
          </a:p>
        </p:txBody>
      </p:sp>
      <p:sp>
        <p:nvSpPr>
          <p:cNvPr id="16" name="Slide Number Placeholder 15"/>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7" name="Footer Placeholder 16"/>
          <p:cNvSpPr>
            <a:spLocks noGrp="1"/>
          </p:cNvSpPr>
          <p:nvPr>
            <p:ph type="ftr" sz="quarter" idx="12"/>
          </p:nvPr>
        </p:nvSpPr>
        <p:spPr/>
        <p:txBody>
          <a:bodyPr/>
          <a:lstStyle/>
          <a:p>
            <a:r>
              <a:rPr lang="zh-CN" altLang="en-US" smtClean="0"/>
              <a:t>元宇宙的特征与属性</a:t>
            </a:r>
            <a:endParaRPr lang="zh-CN" altLang="en-US"/>
          </a:p>
        </p:txBody>
      </p:sp>
      <p:sp>
        <p:nvSpPr>
          <p:cNvPr id="18" name="Title 17"/>
          <p:cNvSpPr>
            <a:spLocks noGrp="1"/>
          </p:cNvSpPr>
          <p:nvPr>
            <p:ph type="title"/>
          </p:nvPr>
        </p:nvSpPr>
        <p:spPr/>
        <p:txBody>
          <a:bodyPr/>
          <a:lstStyle/>
          <a:p>
            <a:r>
              <a:rPr lang="zh-CN" altLang="en-US" smtClean="0"/>
              <a:t>单击此处编辑母版标题样式</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219200" y="612775"/>
            <a:ext cx="67056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a:p>
        </p:txBody>
      </p:sp>
      <p:sp>
        <p:nvSpPr>
          <p:cNvPr id="4" name="Text Placeholder 3"/>
          <p:cNvSpPr>
            <a:spLocks noGrp="1"/>
          </p:cNvSpPr>
          <p:nvPr>
            <p:ph type="body" sz="half" idx="2"/>
          </p:nvPr>
        </p:nvSpPr>
        <p:spPr>
          <a:xfrm>
            <a:off x="2743200" y="3453047"/>
            <a:ext cx="50292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9" name="TextBox 8"/>
          <p:cNvSpPr txBox="1"/>
          <p:nvPr/>
        </p:nvSpPr>
        <p:spPr>
          <a:xfrm>
            <a:off x="2435352" y="3331464"/>
            <a:ext cx="4572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zh-CN" altLang="en-US" smtClean="0"/>
              <a:t>单击此处编辑母版标题样式</a:t>
            </a:r>
            <a:endParaRPr lang="en-US"/>
          </a:p>
        </p:txBody>
      </p:sp>
      <p:sp>
        <p:nvSpPr>
          <p:cNvPr id="13" name="Date Placeholder 12"/>
          <p:cNvSpPr>
            <a:spLocks noGrp="1"/>
          </p:cNvSpPr>
          <p:nvPr>
            <p:ph type="dt" sz="half" idx="10"/>
          </p:nvPr>
        </p:nvSpPr>
        <p:spPr/>
        <p:txBody>
          <a:bodyPr/>
          <a:lstStyle/>
          <a:p>
            <a:fld id="{87C2A281-368F-4743-996A-D8529C767FE5}" type="datetime1">
              <a:rPr lang="zh-CN" altLang="en-US" smtClean="0"/>
              <a:t>2021/12/15</a:t>
            </a:fld>
            <a:endParaRPr lang="zh-CN" altLang="en-US"/>
          </a:p>
        </p:txBody>
      </p:sp>
      <p:sp>
        <p:nvSpPr>
          <p:cNvPr id="14" name="Slide Number Placeholder 13"/>
          <p:cNvSpPr>
            <a:spLocks noGrp="1"/>
          </p:cNvSpPr>
          <p:nvPr>
            <p:ph type="sldNum" sz="quarter" idx="11"/>
          </p:nvPr>
        </p:nvSpPr>
        <p:spPr/>
        <p:txBody>
          <a:bodyPr/>
          <a:lstStyle/>
          <a:p>
            <a:fld id="{0C913308-F349-4B6D-A68A-DD1791B4A57B}" type="slidenum">
              <a:rPr lang="zh-CN" altLang="en-US" smtClean="0"/>
              <a:t>‹#›</a:t>
            </a:fld>
            <a:endParaRPr lang="zh-CN" altLang="en-US"/>
          </a:p>
        </p:txBody>
      </p:sp>
      <p:sp>
        <p:nvSpPr>
          <p:cNvPr id="15" name="Footer Placeholder 14"/>
          <p:cNvSpPr>
            <a:spLocks noGrp="1"/>
          </p:cNvSpPr>
          <p:nvPr>
            <p:ph type="ftr" sz="quarter" idx="12"/>
          </p:nvPr>
        </p:nvSpPr>
        <p:spPr/>
        <p:txBody>
          <a:bodyPr/>
          <a:lstStyle/>
          <a:p>
            <a:r>
              <a:rPr lang="zh-CN" altLang="en-US" smtClean="0"/>
              <a:t>元宇宙的特征与属性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2133600" y="685801"/>
            <a:ext cx="5791200" cy="3505199"/>
          </a:xfrm>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A97F10B1-D817-4AAE-B820-3755754149F0}" type="datetime1">
              <a:rPr lang="zh-CN" altLang="en-US" smtClean="0"/>
              <a:t>2021/12/15</a:t>
            </a:fld>
            <a:endParaRPr lang="zh-CN" altLang="en-US"/>
          </a:p>
        </p:txBody>
      </p:sp>
      <p:sp>
        <p:nvSpPr>
          <p:cNvPr id="5" name="Footer Placeholder 4"/>
          <p:cNvSpPr>
            <a:spLocks noGrp="1"/>
          </p:cNvSpPr>
          <p:nvPr>
            <p:ph type="ftr" sz="quarter" idx="11"/>
          </p:nvPr>
        </p:nvSpPr>
        <p:spPr/>
        <p:txBody>
          <a:bodyPr/>
          <a:lstStyle/>
          <a:p>
            <a:r>
              <a:rPr lang="zh-CN" altLang="en-US" smtClean="0"/>
              <a:t>元宇宙的特征与属性</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9600" y="609601"/>
            <a:ext cx="2133600" cy="5181600"/>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2895600" y="685801"/>
            <a:ext cx="5029200" cy="4572000"/>
          </a:xfrm>
        </p:spPr>
        <p:txBody>
          <a:bodyPr vert="eaVert" ancho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930F62E4-5457-49C6-8B5F-1DDF8084D2CE}" type="datetime1">
              <a:rPr lang="zh-CN" altLang="en-US" smtClean="0"/>
              <a:t>2021/12/15</a:t>
            </a:fld>
            <a:endParaRPr lang="zh-CN" altLang="en-US"/>
          </a:p>
        </p:txBody>
      </p:sp>
      <p:sp>
        <p:nvSpPr>
          <p:cNvPr id="5" name="Footer Placeholder 4"/>
          <p:cNvSpPr>
            <a:spLocks noGrp="1"/>
          </p:cNvSpPr>
          <p:nvPr>
            <p:ph type="ftr" sz="quarter" idx="11"/>
          </p:nvPr>
        </p:nvSpPr>
        <p:spPr/>
        <p:txBody>
          <a:bodyPr/>
          <a:lstStyle/>
          <a:p>
            <a:r>
              <a:rPr lang="zh-CN" altLang="en-US" smtClean="0"/>
              <a:t>元宇宙的特征与属性</a:t>
            </a:r>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3000">
        <p14:shred/>
        <p:sndAc>
          <p:stSnd>
            <p:snd r:embed="rId1" name="hammer.wav"/>
          </p:stSnd>
        </p:sndAc>
      </p:transition>
    </mc:Choice>
    <mc:Fallback>
      <p:transition spd="slow">
        <p:fade/>
        <p:sndAc>
          <p:stSnd>
            <p:snd r:embed="rId1" name="hammer.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0"/>
            <a:ext cx="9144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373221" y="1038440"/>
            <a:ext cx="724062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274211" y="1165875"/>
            <a:ext cx="5538472" cy="4480459"/>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3277955" y="116854"/>
            <a:ext cx="6479362"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777240" y="4876800"/>
            <a:ext cx="7543800" cy="914400"/>
          </a:xfrm>
          <a:prstGeom prst="rect">
            <a:avLst/>
          </a:prstGeom>
        </p:spPr>
        <p:txBody>
          <a:bodyPr vert="horz" lIns="91440" tIns="45720" rIns="91440" bIns="45720" rtlCol="0" anchor="b">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2133600" y="685801"/>
            <a:ext cx="6096000" cy="3657599"/>
          </a:xfrm>
          <a:prstGeom prst="rect">
            <a:avLst/>
          </a:prstGeom>
        </p:spPr>
        <p:txBody>
          <a:bodyPr vert="horz" lIns="91440" tIns="45720" rIns="91440" bIns="45720" rtlCol="0" anchor="ctr">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172200" y="6154738"/>
            <a:ext cx="21336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A32325E9-1AC2-4447-8625-B968A2BE1A8F}" type="datetime1">
              <a:rPr lang="zh-CN" altLang="en-US" smtClean="0"/>
              <a:t>2021/12/15</a:t>
            </a:fld>
            <a:endParaRPr lang="zh-CN" altLang="en-US"/>
          </a:p>
        </p:txBody>
      </p:sp>
      <p:sp>
        <p:nvSpPr>
          <p:cNvPr id="5" name="Footer Placeholder 4"/>
          <p:cNvSpPr>
            <a:spLocks noGrp="1"/>
          </p:cNvSpPr>
          <p:nvPr>
            <p:ph type="ftr" sz="quarter" idx="3"/>
          </p:nvPr>
        </p:nvSpPr>
        <p:spPr>
          <a:xfrm>
            <a:off x="822960" y="6154738"/>
            <a:ext cx="4572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r>
              <a:rPr lang="zh-CN" altLang="en-US" smtClean="0"/>
              <a:t>元宇宙的特征与属性</a:t>
            </a:r>
            <a:endParaRPr lang="zh-CN" altLang="en-US"/>
          </a:p>
        </p:txBody>
      </p:sp>
      <p:sp>
        <p:nvSpPr>
          <p:cNvPr id="6" name="Slide Number Placeholder 5"/>
          <p:cNvSpPr>
            <a:spLocks noGrp="1"/>
          </p:cNvSpPr>
          <p:nvPr>
            <p:ph type="sldNum" sz="quarter" idx="4"/>
          </p:nvPr>
        </p:nvSpPr>
        <p:spPr>
          <a:xfrm>
            <a:off x="822960" y="5842000"/>
            <a:ext cx="21336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0C913308-F349-4B6D-A68A-DD1791B4A57B}" type="slidenum">
              <a:rPr lang="zh-CN" altLang="en-US" smtClean="0"/>
              <a:t>‹#›</a:t>
            </a:fld>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mc:Choice xmlns:p14="http://schemas.microsoft.com/office/powerpoint/2010/main" Requires="p14">
      <p:transition spd="slow" p14:dur="3000">
        <p14:shred/>
        <p:sndAc>
          <p:stSnd>
            <p:snd r:embed="rId13" name="hammer.wav"/>
          </p:stSnd>
        </p:sndAc>
      </p:transition>
    </mc:Choice>
    <mc:Fallback>
      <p:transition spd="slow">
        <p:fade/>
        <p:sndAc>
          <p:stSnd>
            <p:snd r:embed="rId13" name="hammer.wav"/>
          </p:stSnd>
        </p:sndAc>
      </p:transition>
    </mc:Fallback>
  </mc:AlternateContent>
  <p:hf sldNum="0" hdr="0" dt="0"/>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audio" Target="../media/audio1.wav"/><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元宇宙</a:t>
            </a:r>
          </a:p>
        </p:txBody>
      </p:sp>
      <p:sp>
        <p:nvSpPr>
          <p:cNvPr id="3" name="副标题 2"/>
          <p:cNvSpPr>
            <a:spLocks noGrp="1"/>
          </p:cNvSpPr>
          <p:nvPr>
            <p:ph type="subTitle" idx="1"/>
          </p:nvPr>
        </p:nvSpPr>
        <p:spPr/>
        <p:txBody>
          <a:bodyPr>
            <a:normAutofit/>
          </a:bodyPr>
          <a:lstStyle/>
          <a:p>
            <a:r>
              <a:rPr lang="zh-CN" altLang="en-US" sz="2800" dirty="0" smtClean="0">
                <a:latin typeface="华文新魏" pitchFamily="2" charset="-122"/>
                <a:ea typeface="华文新魏" pitchFamily="2" charset="-122"/>
              </a:rPr>
              <a:t>虚拟</a:t>
            </a:r>
            <a:r>
              <a:rPr lang="en-US" altLang="zh-CN" sz="2800" dirty="0" smtClean="0">
                <a:latin typeface="华文新魏" pitchFamily="2" charset="-122"/>
                <a:ea typeface="华文新魏" pitchFamily="2" charset="-122"/>
              </a:rPr>
              <a:t>3D</a:t>
            </a:r>
            <a:r>
              <a:rPr lang="zh-CN" altLang="en-US" sz="2800" dirty="0" smtClean="0">
                <a:latin typeface="华文新魏" pitchFamily="2" charset="-122"/>
                <a:ea typeface="华文新魏" pitchFamily="2" charset="-122"/>
              </a:rPr>
              <a:t>世界</a:t>
            </a:r>
            <a:endParaRPr lang="zh-CN" altLang="en-US" sz="2800" dirty="0">
              <a:latin typeface="华文新魏" pitchFamily="2" charset="-122"/>
              <a:ea typeface="华文新魏" pitchFamily="2" charset="-122"/>
            </a:endParaRPr>
          </a:p>
        </p:txBody>
      </p:sp>
      <p:sp>
        <p:nvSpPr>
          <p:cNvPr id="4" name="页脚占位符 3"/>
          <p:cNvSpPr>
            <a:spLocks noGrp="1"/>
          </p:cNvSpPr>
          <p:nvPr>
            <p:ph type="ftr" sz="quarter" idx="12"/>
          </p:nvPr>
        </p:nvSpPr>
        <p:spPr/>
        <p:txBody>
          <a:bodyPr/>
          <a:lstStyle/>
          <a:p>
            <a:r>
              <a:rPr lang="zh-CN" altLang="en-US" smtClean="0"/>
              <a:t>元宇宙的特征与属性</a:t>
            </a:r>
            <a:endParaRPr lang="zh-CN" altLang="en-US"/>
          </a:p>
        </p:txBody>
      </p:sp>
    </p:spTree>
    <p:extLst>
      <p:ext uri="{BB962C8B-B14F-4D97-AF65-F5344CB8AC3E}">
        <p14:creationId xmlns:p14="http://schemas.microsoft.com/office/powerpoint/2010/main" val="3662048468"/>
      </p:ext>
    </p:extLst>
  </p:cSld>
  <p:clrMapOvr>
    <a:masterClrMapping/>
  </p:clrMapOvr>
  <mc:AlternateContent xmlns:mc="http://schemas.openxmlformats.org/markup-compatibility/2006">
    <mc:Choice xmlns:p14="http://schemas.microsoft.com/office/powerpoint/2010/main" Requires="p14">
      <p:transition spd="slow" p14:dur="3000">
        <p14:shred/>
        <p:sndAc>
          <p:stSnd>
            <p:snd r:embed="rId2" name="hammer.wav"/>
          </p:stSnd>
        </p:sndAc>
      </p:transition>
    </mc:Choice>
    <mc:Fallback>
      <p:transition spd="slow">
        <p:fade/>
        <p:sndAc>
          <p:stSnd>
            <p:snd r:embed="rId2" name="hammer.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normAutofit fontScale="92500"/>
          </a:bodyPr>
          <a:lstStyle/>
          <a:p>
            <a:r>
              <a:rPr lang="en-US" altLang="zh-CN" dirty="0" err="1"/>
              <a:t>Roblox</a:t>
            </a:r>
            <a:r>
              <a:rPr lang="zh-CN" altLang="en-US" dirty="0"/>
              <a:t>给出的元宇宙包含八大要素：身份、朋友、沉浸感、低延迟、多元化、随时随地、经济系统和文明。要素众多，每个要素背后，还有一连串的解释。总之，一句话说不清楚，这也恰恰说明这一概念的模糊性。</a:t>
            </a:r>
            <a:r>
              <a:rPr lang="zh-CN" altLang="en-US" baseline="30000" dirty="0"/>
              <a:t> </a:t>
            </a:r>
            <a:r>
              <a:rPr lang="en-US" altLang="zh-CN" baseline="30000" dirty="0"/>
              <a:t>[1]</a:t>
            </a:r>
            <a:r>
              <a:rPr lang="zh-CN" altLang="en-US" dirty="0"/>
              <a:t> </a:t>
            </a:r>
          </a:p>
          <a:p>
            <a:r>
              <a:rPr lang="zh-CN" altLang="en-US" dirty="0"/>
              <a:t>在元宇宙特征与属性的</a:t>
            </a:r>
            <a:r>
              <a:rPr lang="en-US" altLang="zh-CN" dirty="0"/>
              <a:t>START</a:t>
            </a:r>
            <a:r>
              <a:rPr lang="zh-CN" altLang="en-US" dirty="0"/>
              <a:t>图谱中，北京大学陈刚教授与董浩宇博士梳理并系统界定了元宇宙的五大特征与属性，即：社会与空间属性</a:t>
            </a:r>
            <a:r>
              <a:rPr lang="en-US" altLang="zh-CN" dirty="0"/>
              <a:t>(Social &amp; Space)</a:t>
            </a:r>
            <a:r>
              <a:rPr lang="zh-CN" altLang="en-US" dirty="0"/>
              <a:t>、科技赋能的超越延伸（</a:t>
            </a:r>
            <a:r>
              <a:rPr lang="en-US" altLang="zh-CN" dirty="0"/>
              <a:t>Technology Tension</a:t>
            </a:r>
            <a:r>
              <a:rPr lang="zh-CN" altLang="en-US" dirty="0"/>
              <a:t>）、人、机与人工智能共创（</a:t>
            </a:r>
            <a:r>
              <a:rPr lang="en-US" altLang="zh-CN" dirty="0" err="1"/>
              <a:t>ArtifIcal</a:t>
            </a:r>
            <a:r>
              <a:rPr lang="en-US" altLang="zh-CN" dirty="0"/>
              <a:t>, Machine &amp; AI</a:t>
            </a:r>
            <a:r>
              <a:rPr lang="zh-CN" altLang="en-US" dirty="0"/>
              <a:t>）、真实感与现实映射性（</a:t>
            </a:r>
            <a:r>
              <a:rPr lang="en-US" altLang="zh-CN" dirty="0"/>
              <a:t>Reality &amp; Reflection</a:t>
            </a:r>
            <a:r>
              <a:rPr lang="zh-CN" altLang="en-US" dirty="0"/>
              <a:t>）、交易与流通（</a:t>
            </a:r>
            <a:r>
              <a:rPr lang="en-US" altLang="zh-CN" dirty="0"/>
              <a:t>Trade &amp; Transaction</a:t>
            </a:r>
            <a:r>
              <a:rPr lang="zh-CN" altLang="en-US"/>
              <a:t>）。</a:t>
            </a:r>
          </a:p>
          <a:p>
            <a:endParaRPr lang="zh-CN" altLang="en-US"/>
          </a:p>
        </p:txBody>
      </p:sp>
      <p:sp>
        <p:nvSpPr>
          <p:cNvPr id="2" name="标题 1"/>
          <p:cNvSpPr>
            <a:spLocks noGrp="1"/>
          </p:cNvSpPr>
          <p:nvPr>
            <p:ph type="title"/>
          </p:nvPr>
        </p:nvSpPr>
        <p:spPr/>
        <p:txBody>
          <a:bodyPr/>
          <a:lstStyle/>
          <a:p>
            <a:endParaRPr lang="zh-CN" altLang="en-US"/>
          </a:p>
        </p:txBody>
      </p:sp>
      <p:sp>
        <p:nvSpPr>
          <p:cNvPr id="4" name="页脚占位符 3"/>
          <p:cNvSpPr>
            <a:spLocks noGrp="1"/>
          </p:cNvSpPr>
          <p:nvPr>
            <p:ph type="ftr" sz="quarter" idx="12"/>
          </p:nvPr>
        </p:nvSpPr>
        <p:spPr/>
        <p:txBody>
          <a:bodyPr/>
          <a:lstStyle/>
          <a:p>
            <a:r>
              <a:rPr lang="zh-CN" altLang="en-US" smtClean="0"/>
              <a:t>元宇宙的特征与属性</a:t>
            </a:r>
            <a:endParaRPr lang="zh-CN" altLang="en-US"/>
          </a:p>
        </p:txBody>
      </p:sp>
    </p:spTree>
    <p:extLst>
      <p:ext uri="{BB962C8B-B14F-4D97-AF65-F5344CB8AC3E}">
        <p14:creationId xmlns:p14="http://schemas.microsoft.com/office/powerpoint/2010/main" val="1139969063"/>
      </p:ext>
    </p:extLst>
  </p:cSld>
  <p:clrMapOvr>
    <a:masterClrMapping/>
  </p:clrMapOvr>
  <mc:AlternateContent xmlns:mc="http://schemas.openxmlformats.org/markup-compatibility/2006">
    <mc:Choice xmlns:p14="http://schemas.microsoft.com/office/powerpoint/2010/main" Requires="p14">
      <p:transition spd="slow" p14:dur="3000">
        <p14:shred/>
        <p:sndAc>
          <p:stSnd>
            <p:snd r:embed="rId3" name="hammer.wav"/>
          </p:stSnd>
        </p:sndAc>
      </p:transition>
    </mc:Choice>
    <mc:Fallback>
      <p:transition spd="slow">
        <p:fade/>
        <p:sndAc>
          <p:stSnd>
            <p:snd r:embed="rId3" name="hammer.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p:cNvPicPr>
          <p:nvPr/>
        </p:nvPicPr>
        <p:blipFill>
          <a:blip r:embed="rId3" cstate="print">
            <a:extLst>
              <a:ext uri="{28A0092B-C50C-407E-A947-70E740481C1C}">
                <a14:useLocalDpi xmlns:a14="http://schemas.microsoft.com/office/drawing/2010/main" val="0"/>
              </a:ext>
            </a:extLst>
          </a:blip>
          <a:stretch>
            <a:fillRect/>
          </a:stretch>
        </p:blipFill>
        <p:spPr>
          <a:xfrm>
            <a:off x="972000" y="729000"/>
            <a:ext cx="7200000" cy="5400000"/>
          </a:xfrm>
          <a:prstGeom prst="rect">
            <a:avLst/>
          </a:prstGeom>
        </p:spPr>
      </p:pic>
      <p:sp>
        <p:nvSpPr>
          <p:cNvPr id="5" name="页脚占位符 4"/>
          <p:cNvSpPr>
            <a:spLocks noGrp="1"/>
          </p:cNvSpPr>
          <p:nvPr>
            <p:ph type="ftr" sz="quarter" idx="12"/>
          </p:nvPr>
        </p:nvSpPr>
        <p:spPr/>
        <p:txBody>
          <a:bodyPr/>
          <a:lstStyle/>
          <a:p>
            <a:r>
              <a:rPr lang="zh-CN" altLang="en-US" smtClean="0"/>
              <a:t>元宇宙的特征与属性</a:t>
            </a:r>
            <a:endParaRPr lang="zh-CN" altLang="en-US"/>
          </a:p>
        </p:txBody>
      </p:sp>
    </p:spTree>
    <p:extLst>
      <p:ext uri="{BB962C8B-B14F-4D97-AF65-F5344CB8AC3E}">
        <p14:creationId xmlns:p14="http://schemas.microsoft.com/office/powerpoint/2010/main" val="1987460381"/>
      </p:ext>
    </p:extLst>
  </p:cSld>
  <p:clrMapOvr>
    <a:masterClrMapping/>
  </p:clrMapOvr>
  <mc:AlternateContent xmlns:mc="http://schemas.openxmlformats.org/markup-compatibility/2006">
    <mc:Choice xmlns:p14="http://schemas.microsoft.com/office/powerpoint/2010/main" Requires="p14">
      <p:transition spd="slow" p14:dur="3000">
        <p14:shred/>
        <p:sndAc>
          <p:stSnd>
            <p:snd r:embed="rId2" name="hammer.wav"/>
          </p:stSnd>
        </p:sndAc>
      </p:transition>
    </mc:Choice>
    <mc:Fallback>
      <p:transition spd="slow">
        <p:fade/>
        <p:sndAc>
          <p:stSnd>
            <p:snd r:embed="rId2" name="hammer.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元素">
  <a:themeElements>
    <a:clrScheme name="元素">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元素">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元素">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Elemental</Template>
  <TotalTime>5</TotalTime>
  <Words>103</Words>
  <Application>Microsoft Office PowerPoint</Application>
  <PresentationFormat>全屏显示(4:3)</PresentationFormat>
  <Paragraphs>9</Paragraphs>
  <Slides>3</Slides>
  <Notes>1</Notes>
  <HiddenSlides>0</HiddenSlides>
  <MMClips>0</MMClips>
  <ScaleCrop>false</ScaleCrop>
  <HeadingPairs>
    <vt:vector size="4" baseType="variant">
      <vt:variant>
        <vt:lpstr>主题</vt:lpstr>
      </vt:variant>
      <vt:variant>
        <vt:i4>1</vt:i4>
      </vt:variant>
      <vt:variant>
        <vt:lpstr>幻灯片标题</vt:lpstr>
      </vt:variant>
      <vt:variant>
        <vt:i4>3</vt:i4>
      </vt:variant>
    </vt:vector>
  </HeadingPairs>
  <TitlesOfParts>
    <vt:vector size="4" baseType="lpstr">
      <vt:lpstr>元素</vt:lpstr>
      <vt:lpstr>元宇宙</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元宇宙</dc:title>
  <dc:creator>Administrator</dc:creator>
  <cp:lastModifiedBy>Administrator</cp:lastModifiedBy>
  <cp:revision>2</cp:revision>
  <dcterms:created xsi:type="dcterms:W3CDTF">2021-12-06T01:09:06Z</dcterms:created>
  <dcterms:modified xsi:type="dcterms:W3CDTF">2021-12-15T10:17:41Z</dcterms:modified>
</cp:coreProperties>
</file>